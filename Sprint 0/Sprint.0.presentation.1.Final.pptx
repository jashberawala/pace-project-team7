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3.jpg" ContentType="image/jpeg"/>
  <Override PartName="/ppt/media/image4.jpg" ContentType="image/jpeg"/>
  <Override PartName="/ppt/notesSlides/notesSlide4.xml" ContentType="application/vnd.openxmlformats-officedocument.presentationml.notesSlide+xml"/>
  <Override PartName="/ppt/media/image5.jpg" ContentType="image/jpeg"/>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78" r:id="rId5"/>
    <p:sldId id="275" r:id="rId6"/>
    <p:sldId id="274" r:id="rId7"/>
    <p:sldId id="262" r:id="rId8"/>
    <p:sldId id="263" r:id="rId9"/>
    <p:sldId id="264" r:id="rId10"/>
    <p:sldId id="277" r:id="rId11"/>
    <p:sldId id="266" r:id="rId12"/>
    <p:sldId id="267" r:id="rId13"/>
    <p:sldId id="268"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1C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94660"/>
  </p:normalViewPr>
  <p:slideViewPr>
    <p:cSldViewPr snapToGrid="0">
      <p:cViewPr varScale="1">
        <p:scale>
          <a:sx n="78" d="100"/>
          <a:sy n="78"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E330D1-872D-43C1-A7E8-1848ECB5FE2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FBA7041-BE44-456B-AAD6-9C9C345C0022}">
      <dgm:prSet/>
      <dgm:spPr/>
      <dgm:t>
        <a:bodyPr/>
        <a:lstStyle/>
        <a:p>
          <a:pPr>
            <a:lnSpc>
              <a:spcPct val="100000"/>
            </a:lnSpc>
          </a:pPr>
          <a:r>
            <a:rPr lang="en-US" b="1"/>
            <a:t>Machine Learning / AI Algorithms Used</a:t>
          </a:r>
          <a:endParaRPr lang="en-US"/>
        </a:p>
      </dgm:t>
    </dgm:pt>
    <dgm:pt modelId="{7C176A58-3BA8-497F-9DD7-C97278718B1A}" type="parTrans" cxnId="{DA6BE578-DE27-49AF-8E4A-D99E80625FF6}">
      <dgm:prSet/>
      <dgm:spPr/>
      <dgm:t>
        <a:bodyPr/>
        <a:lstStyle/>
        <a:p>
          <a:endParaRPr lang="en-US"/>
        </a:p>
      </dgm:t>
    </dgm:pt>
    <dgm:pt modelId="{1AAB1BFA-C64C-40F3-BDC4-577685739CDE}" type="sibTrans" cxnId="{DA6BE578-DE27-49AF-8E4A-D99E80625FF6}">
      <dgm:prSet/>
      <dgm:spPr/>
      <dgm:t>
        <a:bodyPr/>
        <a:lstStyle/>
        <a:p>
          <a:pPr>
            <a:lnSpc>
              <a:spcPct val="100000"/>
            </a:lnSpc>
          </a:pPr>
          <a:endParaRPr lang="en-US"/>
        </a:p>
      </dgm:t>
    </dgm:pt>
    <dgm:pt modelId="{8C0ED624-9863-4D41-8533-C19F4C259400}">
      <dgm:prSet/>
      <dgm:spPr/>
      <dgm:t>
        <a:bodyPr/>
        <a:lstStyle/>
        <a:p>
          <a:pPr>
            <a:lnSpc>
              <a:spcPct val="100000"/>
            </a:lnSpc>
          </a:pPr>
          <a:r>
            <a:rPr lang="en-US" b="1"/>
            <a:t>Face Detection: MTCNN / RetinaFace</a:t>
          </a:r>
          <a:endParaRPr lang="en-US"/>
        </a:p>
      </dgm:t>
    </dgm:pt>
    <dgm:pt modelId="{3EEF493B-1715-4662-A6FB-3F20307C85BE}" type="parTrans" cxnId="{6FDA03D0-B657-4ED1-9C51-1F162687A671}">
      <dgm:prSet/>
      <dgm:spPr/>
      <dgm:t>
        <a:bodyPr/>
        <a:lstStyle/>
        <a:p>
          <a:endParaRPr lang="en-US"/>
        </a:p>
      </dgm:t>
    </dgm:pt>
    <dgm:pt modelId="{1C1C9918-C359-4A5B-8A8A-028E86FC793E}" type="sibTrans" cxnId="{6FDA03D0-B657-4ED1-9C51-1F162687A671}">
      <dgm:prSet/>
      <dgm:spPr/>
      <dgm:t>
        <a:bodyPr/>
        <a:lstStyle/>
        <a:p>
          <a:pPr>
            <a:lnSpc>
              <a:spcPct val="100000"/>
            </a:lnSpc>
          </a:pPr>
          <a:endParaRPr lang="en-US"/>
        </a:p>
      </dgm:t>
    </dgm:pt>
    <dgm:pt modelId="{6FA86E14-E0ED-47FF-BA11-A46DD5808A5F}">
      <dgm:prSet/>
      <dgm:spPr/>
      <dgm:t>
        <a:bodyPr/>
        <a:lstStyle/>
        <a:p>
          <a:pPr>
            <a:lnSpc>
              <a:spcPct val="100000"/>
            </a:lnSpc>
          </a:pPr>
          <a:r>
            <a:rPr lang="en-US" b="1"/>
            <a:t>Face Embedding: ArcFace (InsightFace)</a:t>
          </a:r>
          <a:endParaRPr lang="en-US"/>
        </a:p>
      </dgm:t>
    </dgm:pt>
    <dgm:pt modelId="{075B8519-7981-46D2-9D79-41D4662D5D50}" type="parTrans" cxnId="{DB540D26-5E8B-4C5E-9568-352731DBD663}">
      <dgm:prSet/>
      <dgm:spPr/>
      <dgm:t>
        <a:bodyPr/>
        <a:lstStyle/>
        <a:p>
          <a:endParaRPr lang="en-US"/>
        </a:p>
      </dgm:t>
    </dgm:pt>
    <dgm:pt modelId="{8B0E9C1A-04CE-403C-9715-27CD06449FD9}" type="sibTrans" cxnId="{DB540D26-5E8B-4C5E-9568-352731DBD663}">
      <dgm:prSet/>
      <dgm:spPr/>
      <dgm:t>
        <a:bodyPr/>
        <a:lstStyle/>
        <a:p>
          <a:pPr>
            <a:lnSpc>
              <a:spcPct val="100000"/>
            </a:lnSpc>
          </a:pPr>
          <a:endParaRPr lang="en-US"/>
        </a:p>
      </dgm:t>
    </dgm:pt>
    <dgm:pt modelId="{3EF9E75A-03DA-49D1-AF59-311F30E7850F}">
      <dgm:prSet/>
      <dgm:spPr/>
      <dgm:t>
        <a:bodyPr/>
        <a:lstStyle/>
        <a:p>
          <a:pPr>
            <a:lnSpc>
              <a:spcPct val="100000"/>
            </a:lnSpc>
          </a:pPr>
          <a:r>
            <a:rPr lang="en-US" b="1"/>
            <a:t>Similarity Search: FAISS / pgvector</a:t>
          </a:r>
          <a:endParaRPr lang="en-US"/>
        </a:p>
      </dgm:t>
    </dgm:pt>
    <dgm:pt modelId="{54BFB14D-41C6-4296-A7BB-A31932B268BD}" type="parTrans" cxnId="{D23CFE47-9562-4F3F-8BF2-065DF114AFD1}">
      <dgm:prSet/>
      <dgm:spPr/>
      <dgm:t>
        <a:bodyPr/>
        <a:lstStyle/>
        <a:p>
          <a:endParaRPr lang="en-US"/>
        </a:p>
      </dgm:t>
    </dgm:pt>
    <dgm:pt modelId="{40B8638A-86AD-47A9-B494-64B03B1FCCF9}" type="sibTrans" cxnId="{D23CFE47-9562-4F3F-8BF2-065DF114AFD1}">
      <dgm:prSet/>
      <dgm:spPr/>
      <dgm:t>
        <a:bodyPr/>
        <a:lstStyle/>
        <a:p>
          <a:pPr>
            <a:lnSpc>
              <a:spcPct val="100000"/>
            </a:lnSpc>
          </a:pPr>
          <a:endParaRPr lang="en-US"/>
        </a:p>
      </dgm:t>
    </dgm:pt>
    <dgm:pt modelId="{1080B5C3-C5C1-496B-9935-9D9D757E991E}">
      <dgm:prSet/>
      <dgm:spPr/>
      <dgm:t>
        <a:bodyPr/>
        <a:lstStyle/>
        <a:p>
          <a:pPr>
            <a:lnSpc>
              <a:spcPct val="100000"/>
            </a:lnSpc>
          </a:pPr>
          <a:r>
            <a:rPr lang="en-US" b="1"/>
            <a:t>Clustering (Future): K‑Means / DBSCAN</a:t>
          </a:r>
          <a:endParaRPr lang="en-US"/>
        </a:p>
      </dgm:t>
    </dgm:pt>
    <dgm:pt modelId="{D7BB4A76-2180-42B5-BAFA-0D1CF5507569}" type="parTrans" cxnId="{0D6D700A-6029-461B-852F-1DCD2A6F42F4}">
      <dgm:prSet/>
      <dgm:spPr/>
      <dgm:t>
        <a:bodyPr/>
        <a:lstStyle/>
        <a:p>
          <a:endParaRPr lang="en-US"/>
        </a:p>
      </dgm:t>
    </dgm:pt>
    <dgm:pt modelId="{F924BA00-2E1F-43CB-B852-E1A483D22338}" type="sibTrans" cxnId="{0D6D700A-6029-461B-852F-1DCD2A6F42F4}">
      <dgm:prSet/>
      <dgm:spPr/>
      <dgm:t>
        <a:bodyPr/>
        <a:lstStyle/>
        <a:p>
          <a:pPr>
            <a:lnSpc>
              <a:spcPct val="100000"/>
            </a:lnSpc>
          </a:pPr>
          <a:endParaRPr lang="en-US"/>
        </a:p>
      </dgm:t>
    </dgm:pt>
    <dgm:pt modelId="{2072B9F2-A77E-46C5-ABF9-D514C690A559}">
      <dgm:prSet/>
      <dgm:spPr/>
      <dgm:t>
        <a:bodyPr/>
        <a:lstStyle/>
        <a:p>
          <a:pPr>
            <a:lnSpc>
              <a:spcPct val="100000"/>
            </a:lnSpc>
          </a:pPr>
          <a:r>
            <a:rPr lang="en-US" b="1"/>
            <a:t>Pattern Recognition: Deep Learning CNNs</a:t>
          </a:r>
          <a:endParaRPr lang="en-US"/>
        </a:p>
      </dgm:t>
    </dgm:pt>
    <dgm:pt modelId="{6AF7CD14-923B-4D25-A8C8-E274F3E3BD80}" type="parTrans" cxnId="{D9248D27-C4E9-49E0-A877-7D7A154AA6BA}">
      <dgm:prSet/>
      <dgm:spPr/>
      <dgm:t>
        <a:bodyPr/>
        <a:lstStyle/>
        <a:p>
          <a:endParaRPr lang="en-US"/>
        </a:p>
      </dgm:t>
    </dgm:pt>
    <dgm:pt modelId="{CE6178DD-99A4-45D9-9112-CD9FBB6D8B0F}" type="sibTrans" cxnId="{D9248D27-C4E9-49E0-A877-7D7A154AA6BA}">
      <dgm:prSet/>
      <dgm:spPr/>
      <dgm:t>
        <a:bodyPr/>
        <a:lstStyle/>
        <a:p>
          <a:endParaRPr lang="en-US"/>
        </a:p>
      </dgm:t>
    </dgm:pt>
    <dgm:pt modelId="{2F38CC5C-F208-436A-AFC7-A1E4C61C9107}" type="pres">
      <dgm:prSet presAssocID="{7EE330D1-872D-43C1-A7E8-1848ECB5FE2B}" presName="root" presStyleCnt="0">
        <dgm:presLayoutVars>
          <dgm:dir/>
          <dgm:resizeHandles val="exact"/>
        </dgm:presLayoutVars>
      </dgm:prSet>
      <dgm:spPr/>
    </dgm:pt>
    <dgm:pt modelId="{81379867-9737-423B-8C04-4A81AFEE150D}" type="pres">
      <dgm:prSet presAssocID="{7EE330D1-872D-43C1-A7E8-1848ECB5FE2B}" presName="container" presStyleCnt="0">
        <dgm:presLayoutVars>
          <dgm:dir/>
          <dgm:resizeHandles val="exact"/>
        </dgm:presLayoutVars>
      </dgm:prSet>
      <dgm:spPr/>
    </dgm:pt>
    <dgm:pt modelId="{AF764B83-A8F7-4003-8C79-435B997794ED}" type="pres">
      <dgm:prSet presAssocID="{EFBA7041-BE44-456B-AAD6-9C9C345C0022}" presName="compNode" presStyleCnt="0"/>
      <dgm:spPr/>
    </dgm:pt>
    <dgm:pt modelId="{89087D89-9679-4E5D-BB71-1E79C48CD4C8}" type="pres">
      <dgm:prSet presAssocID="{EFBA7041-BE44-456B-AAD6-9C9C345C0022}" presName="iconBgRect" presStyleLbl="bgShp" presStyleIdx="0" presStyleCnt="6"/>
      <dgm:spPr/>
    </dgm:pt>
    <dgm:pt modelId="{FBF7DBEB-5F33-425E-837D-8796DB872D23}" type="pres">
      <dgm:prSet presAssocID="{EFBA7041-BE44-456B-AAD6-9C9C345C002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673D6736-EA87-45C6-8D0C-4FE3B7B4423C}" type="pres">
      <dgm:prSet presAssocID="{EFBA7041-BE44-456B-AAD6-9C9C345C0022}" presName="spaceRect" presStyleCnt="0"/>
      <dgm:spPr/>
    </dgm:pt>
    <dgm:pt modelId="{B8C61ABB-92E7-4B83-B34D-59D1C17C587C}" type="pres">
      <dgm:prSet presAssocID="{EFBA7041-BE44-456B-AAD6-9C9C345C0022}" presName="textRect" presStyleLbl="revTx" presStyleIdx="0" presStyleCnt="6">
        <dgm:presLayoutVars>
          <dgm:chMax val="1"/>
          <dgm:chPref val="1"/>
        </dgm:presLayoutVars>
      </dgm:prSet>
      <dgm:spPr/>
    </dgm:pt>
    <dgm:pt modelId="{69FDAE2B-0865-4953-A9A1-E8AB6578C26B}" type="pres">
      <dgm:prSet presAssocID="{1AAB1BFA-C64C-40F3-BDC4-577685739CDE}" presName="sibTrans" presStyleLbl="sibTrans2D1" presStyleIdx="0" presStyleCnt="0"/>
      <dgm:spPr/>
    </dgm:pt>
    <dgm:pt modelId="{65694D79-9504-415A-B461-8F0B9EC747C3}" type="pres">
      <dgm:prSet presAssocID="{8C0ED624-9863-4D41-8533-C19F4C259400}" presName="compNode" presStyleCnt="0"/>
      <dgm:spPr/>
    </dgm:pt>
    <dgm:pt modelId="{CCE0A16E-33AC-4D82-A65F-2C97B54A0702}" type="pres">
      <dgm:prSet presAssocID="{8C0ED624-9863-4D41-8533-C19F4C259400}" presName="iconBgRect" presStyleLbl="bgShp" presStyleIdx="1" presStyleCnt="6"/>
      <dgm:spPr/>
    </dgm:pt>
    <dgm:pt modelId="{DEC21518-8F38-4FF5-B751-9E9AFF9E6F54}" type="pres">
      <dgm:prSet presAssocID="{8C0ED624-9863-4D41-8533-C19F4C25940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udience"/>
        </a:ext>
      </dgm:extLst>
    </dgm:pt>
    <dgm:pt modelId="{5D4275A6-AC26-4A26-ACC6-58DB0CE29B99}" type="pres">
      <dgm:prSet presAssocID="{8C0ED624-9863-4D41-8533-C19F4C259400}" presName="spaceRect" presStyleCnt="0"/>
      <dgm:spPr/>
    </dgm:pt>
    <dgm:pt modelId="{FB0D26A6-AFB3-4DC6-9CDD-98843B6C2A24}" type="pres">
      <dgm:prSet presAssocID="{8C0ED624-9863-4D41-8533-C19F4C259400}" presName="textRect" presStyleLbl="revTx" presStyleIdx="1" presStyleCnt="6">
        <dgm:presLayoutVars>
          <dgm:chMax val="1"/>
          <dgm:chPref val="1"/>
        </dgm:presLayoutVars>
      </dgm:prSet>
      <dgm:spPr/>
    </dgm:pt>
    <dgm:pt modelId="{05E52763-6F22-4A5A-B595-D2D9CC94832D}" type="pres">
      <dgm:prSet presAssocID="{1C1C9918-C359-4A5B-8A8A-028E86FC793E}" presName="sibTrans" presStyleLbl="sibTrans2D1" presStyleIdx="0" presStyleCnt="0"/>
      <dgm:spPr/>
    </dgm:pt>
    <dgm:pt modelId="{A1E8A555-086E-4752-8DCB-B4A8211B2847}" type="pres">
      <dgm:prSet presAssocID="{6FA86E14-E0ED-47FF-BA11-A46DD5808A5F}" presName="compNode" presStyleCnt="0"/>
      <dgm:spPr/>
    </dgm:pt>
    <dgm:pt modelId="{08446832-9FF0-4FD0-8DE4-6100EAC0B22A}" type="pres">
      <dgm:prSet presAssocID="{6FA86E14-E0ED-47FF-BA11-A46DD5808A5F}" presName="iconBgRect" presStyleLbl="bgShp" presStyleIdx="2" presStyleCnt="6"/>
      <dgm:spPr/>
    </dgm:pt>
    <dgm:pt modelId="{16831894-5A6B-4093-A39F-4BACB9B2F978}" type="pres">
      <dgm:prSet presAssocID="{6FA86E14-E0ED-47FF-BA11-A46DD5808A5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unny Face Outline"/>
        </a:ext>
      </dgm:extLst>
    </dgm:pt>
    <dgm:pt modelId="{0797026B-5AA2-4FDF-ADAF-0161D467400F}" type="pres">
      <dgm:prSet presAssocID="{6FA86E14-E0ED-47FF-BA11-A46DD5808A5F}" presName="spaceRect" presStyleCnt="0"/>
      <dgm:spPr/>
    </dgm:pt>
    <dgm:pt modelId="{C6D670F2-94C4-441F-A499-173DF01CFF18}" type="pres">
      <dgm:prSet presAssocID="{6FA86E14-E0ED-47FF-BA11-A46DD5808A5F}" presName="textRect" presStyleLbl="revTx" presStyleIdx="2" presStyleCnt="6">
        <dgm:presLayoutVars>
          <dgm:chMax val="1"/>
          <dgm:chPref val="1"/>
        </dgm:presLayoutVars>
      </dgm:prSet>
      <dgm:spPr/>
    </dgm:pt>
    <dgm:pt modelId="{0BCF95A4-315E-49E8-A415-EDEA4470BBB8}" type="pres">
      <dgm:prSet presAssocID="{8B0E9C1A-04CE-403C-9715-27CD06449FD9}" presName="sibTrans" presStyleLbl="sibTrans2D1" presStyleIdx="0" presStyleCnt="0"/>
      <dgm:spPr/>
    </dgm:pt>
    <dgm:pt modelId="{8DAF402F-532E-40BE-9393-633C3F48C345}" type="pres">
      <dgm:prSet presAssocID="{3EF9E75A-03DA-49D1-AF59-311F30E7850F}" presName="compNode" presStyleCnt="0"/>
      <dgm:spPr/>
    </dgm:pt>
    <dgm:pt modelId="{24428B60-6A54-4986-B11A-EBAF1852F42B}" type="pres">
      <dgm:prSet presAssocID="{3EF9E75A-03DA-49D1-AF59-311F30E7850F}" presName="iconBgRect" presStyleLbl="bgShp" presStyleIdx="3" presStyleCnt="6"/>
      <dgm:spPr/>
    </dgm:pt>
    <dgm:pt modelId="{B43AEEC2-5D40-46FA-9507-0EB8C9CFE956}" type="pres">
      <dgm:prSet presAssocID="{3EF9E75A-03DA-49D1-AF59-311F30E7850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ubtitles"/>
        </a:ext>
      </dgm:extLst>
    </dgm:pt>
    <dgm:pt modelId="{DB7AE447-F6B2-4AFF-9889-2630920318CF}" type="pres">
      <dgm:prSet presAssocID="{3EF9E75A-03DA-49D1-AF59-311F30E7850F}" presName="spaceRect" presStyleCnt="0"/>
      <dgm:spPr/>
    </dgm:pt>
    <dgm:pt modelId="{228097CD-74B7-4FEF-8194-3F89AC625496}" type="pres">
      <dgm:prSet presAssocID="{3EF9E75A-03DA-49D1-AF59-311F30E7850F}" presName="textRect" presStyleLbl="revTx" presStyleIdx="3" presStyleCnt="6">
        <dgm:presLayoutVars>
          <dgm:chMax val="1"/>
          <dgm:chPref val="1"/>
        </dgm:presLayoutVars>
      </dgm:prSet>
      <dgm:spPr/>
    </dgm:pt>
    <dgm:pt modelId="{5EAFC91F-A3B1-4A21-B92D-C762A8092826}" type="pres">
      <dgm:prSet presAssocID="{40B8638A-86AD-47A9-B494-64B03B1FCCF9}" presName="sibTrans" presStyleLbl="sibTrans2D1" presStyleIdx="0" presStyleCnt="0"/>
      <dgm:spPr/>
    </dgm:pt>
    <dgm:pt modelId="{44B4F998-A426-4734-AF58-C28209212B0A}" type="pres">
      <dgm:prSet presAssocID="{1080B5C3-C5C1-496B-9935-9D9D757E991E}" presName="compNode" presStyleCnt="0"/>
      <dgm:spPr/>
    </dgm:pt>
    <dgm:pt modelId="{9FD7DCDC-7F90-4706-AEAE-9A0E47B04D97}" type="pres">
      <dgm:prSet presAssocID="{1080B5C3-C5C1-496B-9935-9D9D757E991E}" presName="iconBgRect" presStyleLbl="bgShp" presStyleIdx="4" presStyleCnt="6"/>
      <dgm:spPr/>
    </dgm:pt>
    <dgm:pt modelId="{1C8E32DC-EE86-4909-B484-4142A38F15BB}" type="pres">
      <dgm:prSet presAssocID="{1080B5C3-C5C1-496B-9935-9D9D757E991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erver"/>
        </a:ext>
      </dgm:extLst>
    </dgm:pt>
    <dgm:pt modelId="{5B717647-17A1-480E-8F19-D8C6C198AF96}" type="pres">
      <dgm:prSet presAssocID="{1080B5C3-C5C1-496B-9935-9D9D757E991E}" presName="spaceRect" presStyleCnt="0"/>
      <dgm:spPr/>
    </dgm:pt>
    <dgm:pt modelId="{DF1530E2-CC06-41A7-A175-3FF6654B44AA}" type="pres">
      <dgm:prSet presAssocID="{1080B5C3-C5C1-496B-9935-9D9D757E991E}" presName="textRect" presStyleLbl="revTx" presStyleIdx="4" presStyleCnt="6">
        <dgm:presLayoutVars>
          <dgm:chMax val="1"/>
          <dgm:chPref val="1"/>
        </dgm:presLayoutVars>
      </dgm:prSet>
      <dgm:spPr/>
    </dgm:pt>
    <dgm:pt modelId="{2DA0BF5A-C483-4AEA-8FED-D02CF4B033AF}" type="pres">
      <dgm:prSet presAssocID="{F924BA00-2E1F-43CB-B852-E1A483D22338}" presName="sibTrans" presStyleLbl="sibTrans2D1" presStyleIdx="0" presStyleCnt="0"/>
      <dgm:spPr/>
    </dgm:pt>
    <dgm:pt modelId="{F634A3AB-8FDE-4576-BB05-182DD38A63E4}" type="pres">
      <dgm:prSet presAssocID="{2072B9F2-A77E-46C5-ABF9-D514C690A559}" presName="compNode" presStyleCnt="0"/>
      <dgm:spPr/>
    </dgm:pt>
    <dgm:pt modelId="{AF1A4E08-282B-4255-B568-B80C982C0C5F}" type="pres">
      <dgm:prSet presAssocID="{2072B9F2-A77E-46C5-ABF9-D514C690A559}" presName="iconBgRect" presStyleLbl="bgShp" presStyleIdx="5" presStyleCnt="6"/>
      <dgm:spPr/>
    </dgm:pt>
    <dgm:pt modelId="{DE623697-4590-4F76-B3E3-9CA000EEF29D}" type="pres">
      <dgm:prSet presAssocID="{2072B9F2-A77E-46C5-ABF9-D514C690A559}"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Head with Gears"/>
        </a:ext>
      </dgm:extLst>
    </dgm:pt>
    <dgm:pt modelId="{1D220DF1-D111-4FAB-A450-E2054BAA2B8F}" type="pres">
      <dgm:prSet presAssocID="{2072B9F2-A77E-46C5-ABF9-D514C690A559}" presName="spaceRect" presStyleCnt="0"/>
      <dgm:spPr/>
    </dgm:pt>
    <dgm:pt modelId="{46F7FA8C-D2BA-45F1-A59E-C9E0E8E21623}" type="pres">
      <dgm:prSet presAssocID="{2072B9F2-A77E-46C5-ABF9-D514C690A559}" presName="textRect" presStyleLbl="revTx" presStyleIdx="5" presStyleCnt="6">
        <dgm:presLayoutVars>
          <dgm:chMax val="1"/>
          <dgm:chPref val="1"/>
        </dgm:presLayoutVars>
      </dgm:prSet>
      <dgm:spPr/>
    </dgm:pt>
  </dgm:ptLst>
  <dgm:cxnLst>
    <dgm:cxn modelId="{0D6D700A-6029-461B-852F-1DCD2A6F42F4}" srcId="{7EE330D1-872D-43C1-A7E8-1848ECB5FE2B}" destId="{1080B5C3-C5C1-496B-9935-9D9D757E991E}" srcOrd="4" destOrd="0" parTransId="{D7BB4A76-2180-42B5-BAFA-0D1CF5507569}" sibTransId="{F924BA00-2E1F-43CB-B852-E1A483D22338}"/>
    <dgm:cxn modelId="{A73E3F1B-522F-455E-8B3D-C4C4E73E0DB6}" type="presOf" srcId="{40B8638A-86AD-47A9-B494-64B03B1FCCF9}" destId="{5EAFC91F-A3B1-4A21-B92D-C762A8092826}" srcOrd="0" destOrd="0" presId="urn:microsoft.com/office/officeart/2018/2/layout/IconCircleList"/>
    <dgm:cxn modelId="{B2FD1925-C0CC-443D-9051-E032912010E2}" type="presOf" srcId="{1C1C9918-C359-4A5B-8A8A-028E86FC793E}" destId="{05E52763-6F22-4A5A-B595-D2D9CC94832D}" srcOrd="0" destOrd="0" presId="urn:microsoft.com/office/officeart/2018/2/layout/IconCircleList"/>
    <dgm:cxn modelId="{DB540D26-5E8B-4C5E-9568-352731DBD663}" srcId="{7EE330D1-872D-43C1-A7E8-1848ECB5FE2B}" destId="{6FA86E14-E0ED-47FF-BA11-A46DD5808A5F}" srcOrd="2" destOrd="0" parTransId="{075B8519-7981-46D2-9D79-41D4662D5D50}" sibTransId="{8B0E9C1A-04CE-403C-9715-27CD06449FD9}"/>
    <dgm:cxn modelId="{D9248D27-C4E9-49E0-A877-7D7A154AA6BA}" srcId="{7EE330D1-872D-43C1-A7E8-1848ECB5FE2B}" destId="{2072B9F2-A77E-46C5-ABF9-D514C690A559}" srcOrd="5" destOrd="0" parTransId="{6AF7CD14-923B-4D25-A8C8-E274F3E3BD80}" sibTransId="{CE6178DD-99A4-45D9-9112-CD9FBB6D8B0F}"/>
    <dgm:cxn modelId="{09523135-1F3F-4C64-A526-5E43E34511DB}" type="presOf" srcId="{8C0ED624-9863-4D41-8533-C19F4C259400}" destId="{FB0D26A6-AFB3-4DC6-9CDD-98843B6C2A24}" srcOrd="0" destOrd="0" presId="urn:microsoft.com/office/officeart/2018/2/layout/IconCircleList"/>
    <dgm:cxn modelId="{6EADFB36-D6CA-4C7B-ADF1-CC4D02A169B5}" type="presOf" srcId="{1AAB1BFA-C64C-40F3-BDC4-577685739CDE}" destId="{69FDAE2B-0865-4953-A9A1-E8AB6578C26B}" srcOrd="0" destOrd="0" presId="urn:microsoft.com/office/officeart/2018/2/layout/IconCircleList"/>
    <dgm:cxn modelId="{D2715737-E173-4ABC-B60C-0A9E5D00C932}" type="presOf" srcId="{6FA86E14-E0ED-47FF-BA11-A46DD5808A5F}" destId="{C6D670F2-94C4-441F-A499-173DF01CFF18}" srcOrd="0" destOrd="0" presId="urn:microsoft.com/office/officeart/2018/2/layout/IconCircleList"/>
    <dgm:cxn modelId="{D23CFE47-9562-4F3F-8BF2-065DF114AFD1}" srcId="{7EE330D1-872D-43C1-A7E8-1848ECB5FE2B}" destId="{3EF9E75A-03DA-49D1-AF59-311F30E7850F}" srcOrd="3" destOrd="0" parTransId="{54BFB14D-41C6-4296-A7BB-A31932B268BD}" sibTransId="{40B8638A-86AD-47A9-B494-64B03B1FCCF9}"/>
    <dgm:cxn modelId="{02C9F475-9D0E-4C43-AEAB-974EB5EFB062}" type="presOf" srcId="{2072B9F2-A77E-46C5-ABF9-D514C690A559}" destId="{46F7FA8C-D2BA-45F1-A59E-C9E0E8E21623}" srcOrd="0" destOrd="0" presId="urn:microsoft.com/office/officeart/2018/2/layout/IconCircleList"/>
    <dgm:cxn modelId="{DA6BE578-DE27-49AF-8E4A-D99E80625FF6}" srcId="{7EE330D1-872D-43C1-A7E8-1848ECB5FE2B}" destId="{EFBA7041-BE44-456B-AAD6-9C9C345C0022}" srcOrd="0" destOrd="0" parTransId="{7C176A58-3BA8-497F-9DD7-C97278718B1A}" sibTransId="{1AAB1BFA-C64C-40F3-BDC4-577685739CDE}"/>
    <dgm:cxn modelId="{697C0081-20DB-4FF8-AA5B-8E555DA3E23D}" type="presOf" srcId="{7EE330D1-872D-43C1-A7E8-1848ECB5FE2B}" destId="{2F38CC5C-F208-436A-AFC7-A1E4C61C9107}" srcOrd="0" destOrd="0" presId="urn:microsoft.com/office/officeart/2018/2/layout/IconCircleList"/>
    <dgm:cxn modelId="{CDF98E83-5550-48D5-8E6F-7D5037B05C9D}" type="presOf" srcId="{3EF9E75A-03DA-49D1-AF59-311F30E7850F}" destId="{228097CD-74B7-4FEF-8194-3F89AC625496}" srcOrd="0" destOrd="0" presId="urn:microsoft.com/office/officeart/2018/2/layout/IconCircleList"/>
    <dgm:cxn modelId="{2520C589-0263-4D84-8E15-D8D24AE75AC1}" type="presOf" srcId="{EFBA7041-BE44-456B-AAD6-9C9C345C0022}" destId="{B8C61ABB-92E7-4B83-B34D-59D1C17C587C}" srcOrd="0" destOrd="0" presId="urn:microsoft.com/office/officeart/2018/2/layout/IconCircleList"/>
    <dgm:cxn modelId="{6FDA03D0-B657-4ED1-9C51-1F162687A671}" srcId="{7EE330D1-872D-43C1-A7E8-1848ECB5FE2B}" destId="{8C0ED624-9863-4D41-8533-C19F4C259400}" srcOrd="1" destOrd="0" parTransId="{3EEF493B-1715-4662-A6FB-3F20307C85BE}" sibTransId="{1C1C9918-C359-4A5B-8A8A-028E86FC793E}"/>
    <dgm:cxn modelId="{6BA1CCE9-B9CD-4D81-925F-7234688CD62B}" type="presOf" srcId="{8B0E9C1A-04CE-403C-9715-27CD06449FD9}" destId="{0BCF95A4-315E-49E8-A415-EDEA4470BBB8}" srcOrd="0" destOrd="0" presId="urn:microsoft.com/office/officeart/2018/2/layout/IconCircleList"/>
    <dgm:cxn modelId="{53D832F6-CB1E-40C4-9210-4F808E179AFB}" type="presOf" srcId="{F924BA00-2E1F-43CB-B852-E1A483D22338}" destId="{2DA0BF5A-C483-4AEA-8FED-D02CF4B033AF}" srcOrd="0" destOrd="0" presId="urn:microsoft.com/office/officeart/2018/2/layout/IconCircleList"/>
    <dgm:cxn modelId="{F9971AFC-FC0C-462D-9913-CC86A5542126}" type="presOf" srcId="{1080B5C3-C5C1-496B-9935-9D9D757E991E}" destId="{DF1530E2-CC06-41A7-A175-3FF6654B44AA}" srcOrd="0" destOrd="0" presId="urn:microsoft.com/office/officeart/2018/2/layout/IconCircleList"/>
    <dgm:cxn modelId="{864330D6-451A-4BEA-8CD3-A4CF0FED43D1}" type="presParOf" srcId="{2F38CC5C-F208-436A-AFC7-A1E4C61C9107}" destId="{81379867-9737-423B-8C04-4A81AFEE150D}" srcOrd="0" destOrd="0" presId="urn:microsoft.com/office/officeart/2018/2/layout/IconCircleList"/>
    <dgm:cxn modelId="{3A44823B-36E7-4DB1-AD9E-F60F5338EFC4}" type="presParOf" srcId="{81379867-9737-423B-8C04-4A81AFEE150D}" destId="{AF764B83-A8F7-4003-8C79-435B997794ED}" srcOrd="0" destOrd="0" presId="urn:microsoft.com/office/officeart/2018/2/layout/IconCircleList"/>
    <dgm:cxn modelId="{44D95623-33DA-47F6-A00A-A4FC1D1AFE86}" type="presParOf" srcId="{AF764B83-A8F7-4003-8C79-435B997794ED}" destId="{89087D89-9679-4E5D-BB71-1E79C48CD4C8}" srcOrd="0" destOrd="0" presId="urn:microsoft.com/office/officeart/2018/2/layout/IconCircleList"/>
    <dgm:cxn modelId="{62E96108-4860-4D25-B4D3-D3CCB6D38684}" type="presParOf" srcId="{AF764B83-A8F7-4003-8C79-435B997794ED}" destId="{FBF7DBEB-5F33-425E-837D-8796DB872D23}" srcOrd="1" destOrd="0" presId="urn:microsoft.com/office/officeart/2018/2/layout/IconCircleList"/>
    <dgm:cxn modelId="{5BC1A717-4637-4115-8D02-1E1C18D518ED}" type="presParOf" srcId="{AF764B83-A8F7-4003-8C79-435B997794ED}" destId="{673D6736-EA87-45C6-8D0C-4FE3B7B4423C}" srcOrd="2" destOrd="0" presId="urn:microsoft.com/office/officeart/2018/2/layout/IconCircleList"/>
    <dgm:cxn modelId="{25B76333-9761-43A8-84EE-237DF901E907}" type="presParOf" srcId="{AF764B83-A8F7-4003-8C79-435B997794ED}" destId="{B8C61ABB-92E7-4B83-B34D-59D1C17C587C}" srcOrd="3" destOrd="0" presId="urn:microsoft.com/office/officeart/2018/2/layout/IconCircleList"/>
    <dgm:cxn modelId="{8DAC3C43-AC6E-4AA5-BD9B-B5F27F9DECAE}" type="presParOf" srcId="{81379867-9737-423B-8C04-4A81AFEE150D}" destId="{69FDAE2B-0865-4953-A9A1-E8AB6578C26B}" srcOrd="1" destOrd="0" presId="urn:microsoft.com/office/officeart/2018/2/layout/IconCircleList"/>
    <dgm:cxn modelId="{DA79D885-A37A-4933-8B90-D35945098FA3}" type="presParOf" srcId="{81379867-9737-423B-8C04-4A81AFEE150D}" destId="{65694D79-9504-415A-B461-8F0B9EC747C3}" srcOrd="2" destOrd="0" presId="urn:microsoft.com/office/officeart/2018/2/layout/IconCircleList"/>
    <dgm:cxn modelId="{E0A06C92-1AE1-4B79-BB79-A51206FDB745}" type="presParOf" srcId="{65694D79-9504-415A-B461-8F0B9EC747C3}" destId="{CCE0A16E-33AC-4D82-A65F-2C97B54A0702}" srcOrd="0" destOrd="0" presId="urn:microsoft.com/office/officeart/2018/2/layout/IconCircleList"/>
    <dgm:cxn modelId="{87C30035-D0E9-4F15-A06D-1F2FA59CED26}" type="presParOf" srcId="{65694D79-9504-415A-B461-8F0B9EC747C3}" destId="{DEC21518-8F38-4FF5-B751-9E9AFF9E6F54}" srcOrd="1" destOrd="0" presId="urn:microsoft.com/office/officeart/2018/2/layout/IconCircleList"/>
    <dgm:cxn modelId="{B9F31D42-3D46-4D88-A99B-D36BD58974CE}" type="presParOf" srcId="{65694D79-9504-415A-B461-8F0B9EC747C3}" destId="{5D4275A6-AC26-4A26-ACC6-58DB0CE29B99}" srcOrd="2" destOrd="0" presId="urn:microsoft.com/office/officeart/2018/2/layout/IconCircleList"/>
    <dgm:cxn modelId="{97F1590F-3FCF-4C84-BE27-6B77F9C5AD60}" type="presParOf" srcId="{65694D79-9504-415A-B461-8F0B9EC747C3}" destId="{FB0D26A6-AFB3-4DC6-9CDD-98843B6C2A24}" srcOrd="3" destOrd="0" presId="urn:microsoft.com/office/officeart/2018/2/layout/IconCircleList"/>
    <dgm:cxn modelId="{95C0EE68-1326-4A1F-9D36-F70A01934A4C}" type="presParOf" srcId="{81379867-9737-423B-8C04-4A81AFEE150D}" destId="{05E52763-6F22-4A5A-B595-D2D9CC94832D}" srcOrd="3" destOrd="0" presId="urn:microsoft.com/office/officeart/2018/2/layout/IconCircleList"/>
    <dgm:cxn modelId="{2FD51B42-D666-44D2-8229-272ACD24FD10}" type="presParOf" srcId="{81379867-9737-423B-8C04-4A81AFEE150D}" destId="{A1E8A555-086E-4752-8DCB-B4A8211B2847}" srcOrd="4" destOrd="0" presId="urn:microsoft.com/office/officeart/2018/2/layout/IconCircleList"/>
    <dgm:cxn modelId="{BD7A8251-4C82-4F49-A4D3-E82BD4AD0215}" type="presParOf" srcId="{A1E8A555-086E-4752-8DCB-B4A8211B2847}" destId="{08446832-9FF0-4FD0-8DE4-6100EAC0B22A}" srcOrd="0" destOrd="0" presId="urn:microsoft.com/office/officeart/2018/2/layout/IconCircleList"/>
    <dgm:cxn modelId="{BD6E4F18-9981-4111-88EF-6961D7417989}" type="presParOf" srcId="{A1E8A555-086E-4752-8DCB-B4A8211B2847}" destId="{16831894-5A6B-4093-A39F-4BACB9B2F978}" srcOrd="1" destOrd="0" presId="urn:microsoft.com/office/officeart/2018/2/layout/IconCircleList"/>
    <dgm:cxn modelId="{294694EA-BF31-4FCA-9AA7-BE9F51E1BCC6}" type="presParOf" srcId="{A1E8A555-086E-4752-8DCB-B4A8211B2847}" destId="{0797026B-5AA2-4FDF-ADAF-0161D467400F}" srcOrd="2" destOrd="0" presId="urn:microsoft.com/office/officeart/2018/2/layout/IconCircleList"/>
    <dgm:cxn modelId="{55CEF547-F44D-44B9-B3ED-BCCA232B0A32}" type="presParOf" srcId="{A1E8A555-086E-4752-8DCB-B4A8211B2847}" destId="{C6D670F2-94C4-441F-A499-173DF01CFF18}" srcOrd="3" destOrd="0" presId="urn:microsoft.com/office/officeart/2018/2/layout/IconCircleList"/>
    <dgm:cxn modelId="{811D52B4-2588-4D12-B298-D9683A439216}" type="presParOf" srcId="{81379867-9737-423B-8C04-4A81AFEE150D}" destId="{0BCF95A4-315E-49E8-A415-EDEA4470BBB8}" srcOrd="5" destOrd="0" presId="urn:microsoft.com/office/officeart/2018/2/layout/IconCircleList"/>
    <dgm:cxn modelId="{B7592333-2AB4-479F-929F-C0BCBF3E52B3}" type="presParOf" srcId="{81379867-9737-423B-8C04-4A81AFEE150D}" destId="{8DAF402F-532E-40BE-9393-633C3F48C345}" srcOrd="6" destOrd="0" presId="urn:microsoft.com/office/officeart/2018/2/layout/IconCircleList"/>
    <dgm:cxn modelId="{82F8AC5D-8B98-4D2F-81D4-578387D569D0}" type="presParOf" srcId="{8DAF402F-532E-40BE-9393-633C3F48C345}" destId="{24428B60-6A54-4986-B11A-EBAF1852F42B}" srcOrd="0" destOrd="0" presId="urn:microsoft.com/office/officeart/2018/2/layout/IconCircleList"/>
    <dgm:cxn modelId="{D175C571-960E-438C-944F-B32506285D14}" type="presParOf" srcId="{8DAF402F-532E-40BE-9393-633C3F48C345}" destId="{B43AEEC2-5D40-46FA-9507-0EB8C9CFE956}" srcOrd="1" destOrd="0" presId="urn:microsoft.com/office/officeart/2018/2/layout/IconCircleList"/>
    <dgm:cxn modelId="{FE9F4EBF-EE80-41A1-B560-2EBEDCC165B5}" type="presParOf" srcId="{8DAF402F-532E-40BE-9393-633C3F48C345}" destId="{DB7AE447-F6B2-4AFF-9889-2630920318CF}" srcOrd="2" destOrd="0" presId="urn:microsoft.com/office/officeart/2018/2/layout/IconCircleList"/>
    <dgm:cxn modelId="{36C46145-433C-4DC3-BDE4-023F8E8078D7}" type="presParOf" srcId="{8DAF402F-532E-40BE-9393-633C3F48C345}" destId="{228097CD-74B7-4FEF-8194-3F89AC625496}" srcOrd="3" destOrd="0" presId="urn:microsoft.com/office/officeart/2018/2/layout/IconCircleList"/>
    <dgm:cxn modelId="{48A89B4D-8470-4ACD-9A8D-ED303FB7F806}" type="presParOf" srcId="{81379867-9737-423B-8C04-4A81AFEE150D}" destId="{5EAFC91F-A3B1-4A21-B92D-C762A8092826}" srcOrd="7" destOrd="0" presId="urn:microsoft.com/office/officeart/2018/2/layout/IconCircleList"/>
    <dgm:cxn modelId="{A7E0982E-EDC0-43C6-A5DE-6F6EF0D5E241}" type="presParOf" srcId="{81379867-9737-423B-8C04-4A81AFEE150D}" destId="{44B4F998-A426-4734-AF58-C28209212B0A}" srcOrd="8" destOrd="0" presId="urn:microsoft.com/office/officeart/2018/2/layout/IconCircleList"/>
    <dgm:cxn modelId="{C815D554-9C7F-42BB-8330-EC59F65FCC14}" type="presParOf" srcId="{44B4F998-A426-4734-AF58-C28209212B0A}" destId="{9FD7DCDC-7F90-4706-AEAE-9A0E47B04D97}" srcOrd="0" destOrd="0" presId="urn:microsoft.com/office/officeart/2018/2/layout/IconCircleList"/>
    <dgm:cxn modelId="{A1FFF329-2BED-4235-B396-8DF03570BAA8}" type="presParOf" srcId="{44B4F998-A426-4734-AF58-C28209212B0A}" destId="{1C8E32DC-EE86-4909-B484-4142A38F15BB}" srcOrd="1" destOrd="0" presId="urn:microsoft.com/office/officeart/2018/2/layout/IconCircleList"/>
    <dgm:cxn modelId="{AC12071E-8BE1-4F50-8078-3749A9392F4B}" type="presParOf" srcId="{44B4F998-A426-4734-AF58-C28209212B0A}" destId="{5B717647-17A1-480E-8F19-D8C6C198AF96}" srcOrd="2" destOrd="0" presId="urn:microsoft.com/office/officeart/2018/2/layout/IconCircleList"/>
    <dgm:cxn modelId="{2128E21C-880C-440A-93AF-A86DCE0A5657}" type="presParOf" srcId="{44B4F998-A426-4734-AF58-C28209212B0A}" destId="{DF1530E2-CC06-41A7-A175-3FF6654B44AA}" srcOrd="3" destOrd="0" presId="urn:microsoft.com/office/officeart/2018/2/layout/IconCircleList"/>
    <dgm:cxn modelId="{6DCFE4EE-A30C-4610-B492-3A5612D6244D}" type="presParOf" srcId="{81379867-9737-423B-8C04-4A81AFEE150D}" destId="{2DA0BF5A-C483-4AEA-8FED-D02CF4B033AF}" srcOrd="9" destOrd="0" presId="urn:microsoft.com/office/officeart/2018/2/layout/IconCircleList"/>
    <dgm:cxn modelId="{26BC12A1-7945-468F-94F6-024D1C07E894}" type="presParOf" srcId="{81379867-9737-423B-8C04-4A81AFEE150D}" destId="{F634A3AB-8FDE-4576-BB05-182DD38A63E4}" srcOrd="10" destOrd="0" presId="urn:microsoft.com/office/officeart/2018/2/layout/IconCircleList"/>
    <dgm:cxn modelId="{118617B3-D995-4855-B53C-0A663F28DBB6}" type="presParOf" srcId="{F634A3AB-8FDE-4576-BB05-182DD38A63E4}" destId="{AF1A4E08-282B-4255-B568-B80C982C0C5F}" srcOrd="0" destOrd="0" presId="urn:microsoft.com/office/officeart/2018/2/layout/IconCircleList"/>
    <dgm:cxn modelId="{6297A646-1C72-4C5F-8BB8-2A496D2EA541}" type="presParOf" srcId="{F634A3AB-8FDE-4576-BB05-182DD38A63E4}" destId="{DE623697-4590-4F76-B3E3-9CA000EEF29D}" srcOrd="1" destOrd="0" presId="urn:microsoft.com/office/officeart/2018/2/layout/IconCircleList"/>
    <dgm:cxn modelId="{110F0FB1-661B-4E34-8941-42AF63BBBC7E}" type="presParOf" srcId="{F634A3AB-8FDE-4576-BB05-182DD38A63E4}" destId="{1D220DF1-D111-4FAB-A450-E2054BAA2B8F}" srcOrd="2" destOrd="0" presId="urn:microsoft.com/office/officeart/2018/2/layout/IconCircleList"/>
    <dgm:cxn modelId="{1E36B91C-9A9B-4181-BCA0-E06341974B24}" type="presParOf" srcId="{F634A3AB-8FDE-4576-BB05-182DD38A63E4}" destId="{46F7FA8C-D2BA-45F1-A59E-C9E0E8E2162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4FC196-1D5A-4541-AF5C-9E8B00B1BC8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D912A59-6CE2-427E-BB4D-10AE6E180A8F}">
      <dgm:prSet/>
      <dgm:spPr/>
      <dgm:t>
        <a:bodyPr/>
        <a:lstStyle/>
        <a:p>
          <a:r>
            <a:rPr lang="en-US" b="1"/>
            <a:t>What Went Well</a:t>
          </a:r>
          <a:endParaRPr lang="en-US"/>
        </a:p>
      </dgm:t>
    </dgm:pt>
    <dgm:pt modelId="{24C6A55D-A445-470E-AF6A-8D76083D777A}" type="parTrans" cxnId="{BD60814F-1B39-4270-99F3-1984EC3094CB}">
      <dgm:prSet/>
      <dgm:spPr/>
      <dgm:t>
        <a:bodyPr/>
        <a:lstStyle/>
        <a:p>
          <a:endParaRPr lang="en-US"/>
        </a:p>
      </dgm:t>
    </dgm:pt>
    <dgm:pt modelId="{AD1772BE-8A2F-4AFC-9FAD-15A368C5CEEE}" type="sibTrans" cxnId="{BD60814F-1B39-4270-99F3-1984EC3094CB}">
      <dgm:prSet/>
      <dgm:spPr/>
      <dgm:t>
        <a:bodyPr/>
        <a:lstStyle/>
        <a:p>
          <a:endParaRPr lang="en-US"/>
        </a:p>
      </dgm:t>
    </dgm:pt>
    <dgm:pt modelId="{E09A4641-2A1B-47C9-B709-0DE09163FD5C}">
      <dgm:prSet/>
      <dgm:spPr/>
      <dgm:t>
        <a:bodyPr/>
        <a:lstStyle/>
        <a:p>
          <a:r>
            <a:rPr lang="en-US"/>
            <a:t>Clear understanding of project vision</a:t>
          </a:r>
        </a:p>
      </dgm:t>
    </dgm:pt>
    <dgm:pt modelId="{AA309A10-F3B2-4F36-B9A1-284AED7AD125}" type="parTrans" cxnId="{68DC175B-866E-4ABA-BED7-D521B82CE194}">
      <dgm:prSet/>
      <dgm:spPr/>
      <dgm:t>
        <a:bodyPr/>
        <a:lstStyle/>
        <a:p>
          <a:endParaRPr lang="en-US"/>
        </a:p>
      </dgm:t>
    </dgm:pt>
    <dgm:pt modelId="{B6060CF1-B0C0-4427-AFF4-1A58CD89F1E4}" type="sibTrans" cxnId="{68DC175B-866E-4ABA-BED7-D521B82CE194}">
      <dgm:prSet/>
      <dgm:spPr/>
      <dgm:t>
        <a:bodyPr/>
        <a:lstStyle/>
        <a:p>
          <a:endParaRPr lang="en-US"/>
        </a:p>
      </dgm:t>
    </dgm:pt>
    <dgm:pt modelId="{0EB14764-1621-47C3-88A1-8825819A7D61}">
      <dgm:prSet/>
      <dgm:spPr/>
      <dgm:t>
        <a:bodyPr/>
        <a:lstStyle/>
        <a:p>
          <a:r>
            <a:rPr lang="en-US"/>
            <a:t>Roles assigned effectively</a:t>
          </a:r>
        </a:p>
      </dgm:t>
    </dgm:pt>
    <dgm:pt modelId="{C5EDCE19-6CEB-4506-A86E-9C90139D3606}" type="parTrans" cxnId="{2FCC1F04-E8E3-41A9-97BD-B271E7D672F1}">
      <dgm:prSet/>
      <dgm:spPr/>
      <dgm:t>
        <a:bodyPr/>
        <a:lstStyle/>
        <a:p>
          <a:endParaRPr lang="en-US"/>
        </a:p>
      </dgm:t>
    </dgm:pt>
    <dgm:pt modelId="{1134FEDF-1AE1-455C-BB0C-1ED4E394EC49}" type="sibTrans" cxnId="{2FCC1F04-E8E3-41A9-97BD-B271E7D672F1}">
      <dgm:prSet/>
      <dgm:spPr/>
      <dgm:t>
        <a:bodyPr/>
        <a:lstStyle/>
        <a:p>
          <a:endParaRPr lang="en-US"/>
        </a:p>
      </dgm:t>
    </dgm:pt>
    <dgm:pt modelId="{96768C50-A5DE-40C2-A900-EB0627A1099A}">
      <dgm:prSet/>
      <dgm:spPr/>
      <dgm:t>
        <a:bodyPr/>
        <a:lstStyle/>
        <a:p>
          <a:r>
            <a:rPr lang="en-US"/>
            <a:t>Strong alignment on architecture</a:t>
          </a:r>
        </a:p>
      </dgm:t>
    </dgm:pt>
    <dgm:pt modelId="{0536A7D4-152A-42D2-AB9B-8AB21D2C2C85}" type="parTrans" cxnId="{C40735CD-B435-4FFE-944F-B5923FB13CC2}">
      <dgm:prSet/>
      <dgm:spPr/>
      <dgm:t>
        <a:bodyPr/>
        <a:lstStyle/>
        <a:p>
          <a:endParaRPr lang="en-US"/>
        </a:p>
      </dgm:t>
    </dgm:pt>
    <dgm:pt modelId="{C0E195BB-DADC-42A0-9200-85AE009522EB}" type="sibTrans" cxnId="{C40735CD-B435-4FFE-944F-B5923FB13CC2}">
      <dgm:prSet/>
      <dgm:spPr/>
      <dgm:t>
        <a:bodyPr/>
        <a:lstStyle/>
        <a:p>
          <a:endParaRPr lang="en-US"/>
        </a:p>
      </dgm:t>
    </dgm:pt>
    <dgm:pt modelId="{5D612C8D-6E0F-4C91-BB9D-1DAA746FCB37}">
      <dgm:prSet/>
      <dgm:spPr/>
      <dgm:t>
        <a:bodyPr/>
        <a:lstStyle/>
        <a:p>
          <a:r>
            <a:rPr lang="en-US"/>
            <a:t>Good communication setup</a:t>
          </a:r>
        </a:p>
      </dgm:t>
    </dgm:pt>
    <dgm:pt modelId="{4BF979B6-C2AA-44A1-9740-DBD4F905F3A9}" type="parTrans" cxnId="{8FE16AB5-2026-4387-9196-A68DCA22F021}">
      <dgm:prSet/>
      <dgm:spPr/>
      <dgm:t>
        <a:bodyPr/>
        <a:lstStyle/>
        <a:p>
          <a:endParaRPr lang="en-US"/>
        </a:p>
      </dgm:t>
    </dgm:pt>
    <dgm:pt modelId="{9EE4D592-9931-41AF-BB3E-6950A06A6043}" type="sibTrans" cxnId="{8FE16AB5-2026-4387-9196-A68DCA22F021}">
      <dgm:prSet/>
      <dgm:spPr/>
      <dgm:t>
        <a:bodyPr/>
        <a:lstStyle/>
        <a:p>
          <a:endParaRPr lang="en-US"/>
        </a:p>
      </dgm:t>
    </dgm:pt>
    <dgm:pt modelId="{CEDB8D42-C513-4448-A747-BCD205C125F7}">
      <dgm:prSet/>
      <dgm:spPr/>
      <dgm:t>
        <a:bodyPr/>
        <a:lstStyle/>
        <a:p>
          <a:r>
            <a:rPr lang="en-US" b="1"/>
            <a:t>What Can Be Improved</a:t>
          </a:r>
          <a:endParaRPr lang="en-US"/>
        </a:p>
      </dgm:t>
    </dgm:pt>
    <dgm:pt modelId="{7100F6D2-A59B-4309-8EFA-FF344FA0CD2B}" type="parTrans" cxnId="{81510D5D-4BC5-4D39-84D3-FC477DD9DE43}">
      <dgm:prSet/>
      <dgm:spPr/>
      <dgm:t>
        <a:bodyPr/>
        <a:lstStyle/>
        <a:p>
          <a:endParaRPr lang="en-US"/>
        </a:p>
      </dgm:t>
    </dgm:pt>
    <dgm:pt modelId="{F866C2F1-9CB6-4F68-92B0-BBF8294D5539}" type="sibTrans" cxnId="{81510D5D-4BC5-4D39-84D3-FC477DD9DE43}">
      <dgm:prSet/>
      <dgm:spPr/>
      <dgm:t>
        <a:bodyPr/>
        <a:lstStyle/>
        <a:p>
          <a:endParaRPr lang="en-US"/>
        </a:p>
      </dgm:t>
    </dgm:pt>
    <dgm:pt modelId="{931C9710-BAFD-41C9-9E52-3CEF37C32CCB}">
      <dgm:prSet/>
      <dgm:spPr/>
      <dgm:t>
        <a:bodyPr/>
        <a:lstStyle/>
        <a:p>
          <a:r>
            <a:rPr lang="en-US"/>
            <a:t>Need more clarity on data flow diagrams</a:t>
          </a:r>
        </a:p>
      </dgm:t>
    </dgm:pt>
    <dgm:pt modelId="{14AB7BB6-097F-4B1A-A0F2-E7F8809BC0FD}" type="parTrans" cxnId="{88F63EC8-EDFE-43FA-B3CA-5C43EF73E9E4}">
      <dgm:prSet/>
      <dgm:spPr/>
      <dgm:t>
        <a:bodyPr/>
        <a:lstStyle/>
        <a:p>
          <a:endParaRPr lang="en-US"/>
        </a:p>
      </dgm:t>
    </dgm:pt>
    <dgm:pt modelId="{9844F6E5-7213-49E9-8E5F-6D9CFA623CFE}" type="sibTrans" cxnId="{88F63EC8-EDFE-43FA-B3CA-5C43EF73E9E4}">
      <dgm:prSet/>
      <dgm:spPr/>
      <dgm:t>
        <a:bodyPr/>
        <a:lstStyle/>
        <a:p>
          <a:endParaRPr lang="en-US"/>
        </a:p>
      </dgm:t>
    </dgm:pt>
    <dgm:pt modelId="{4415F6E3-2E66-4B7E-A9A7-5AFADBA5A9A3}">
      <dgm:prSet/>
      <dgm:spPr/>
      <dgm:t>
        <a:bodyPr/>
        <a:lstStyle/>
        <a:p>
          <a:r>
            <a:rPr lang="en-US"/>
            <a:t>Improve time estimation accuracy</a:t>
          </a:r>
        </a:p>
      </dgm:t>
    </dgm:pt>
    <dgm:pt modelId="{72620601-5E53-46E8-9C59-4A6E9C383909}" type="parTrans" cxnId="{AEE5407C-CAD8-43BE-A364-0065447AF4B8}">
      <dgm:prSet/>
      <dgm:spPr/>
      <dgm:t>
        <a:bodyPr/>
        <a:lstStyle/>
        <a:p>
          <a:endParaRPr lang="en-US"/>
        </a:p>
      </dgm:t>
    </dgm:pt>
    <dgm:pt modelId="{D05E1FA8-D743-436D-A909-36CE77815CF2}" type="sibTrans" cxnId="{AEE5407C-CAD8-43BE-A364-0065447AF4B8}">
      <dgm:prSet/>
      <dgm:spPr/>
      <dgm:t>
        <a:bodyPr/>
        <a:lstStyle/>
        <a:p>
          <a:endParaRPr lang="en-US"/>
        </a:p>
      </dgm:t>
    </dgm:pt>
    <dgm:pt modelId="{D64DD57D-F68B-41F3-81DB-5D2BE64E7893}">
      <dgm:prSet/>
      <dgm:spPr/>
      <dgm:t>
        <a:bodyPr/>
        <a:lstStyle/>
        <a:p>
          <a:r>
            <a:rPr lang="en-US" b="1"/>
            <a:t>Actions for Next Sprint</a:t>
          </a:r>
          <a:endParaRPr lang="en-US"/>
        </a:p>
      </dgm:t>
    </dgm:pt>
    <dgm:pt modelId="{7ABD2C5A-61DC-4B96-8678-9F64EF8A57A5}" type="parTrans" cxnId="{9822DE3F-1B08-4FF9-A68C-6ADE7863B983}">
      <dgm:prSet/>
      <dgm:spPr/>
      <dgm:t>
        <a:bodyPr/>
        <a:lstStyle/>
        <a:p>
          <a:endParaRPr lang="en-US"/>
        </a:p>
      </dgm:t>
    </dgm:pt>
    <dgm:pt modelId="{4018FD6F-EDC0-4B10-887A-88A7D0AF97C7}" type="sibTrans" cxnId="{9822DE3F-1B08-4FF9-A68C-6ADE7863B983}">
      <dgm:prSet/>
      <dgm:spPr/>
      <dgm:t>
        <a:bodyPr/>
        <a:lstStyle/>
        <a:p>
          <a:endParaRPr lang="en-US"/>
        </a:p>
      </dgm:t>
    </dgm:pt>
    <dgm:pt modelId="{5A4BA66D-BD8C-46A7-875D-6F1E720ED8A5}">
      <dgm:prSet/>
      <dgm:spPr/>
      <dgm:t>
        <a:bodyPr/>
        <a:lstStyle/>
        <a:p>
          <a:r>
            <a:rPr lang="en-US"/>
            <a:t>Create detailed architecture diagrams</a:t>
          </a:r>
        </a:p>
      </dgm:t>
    </dgm:pt>
    <dgm:pt modelId="{828595E8-7F30-4A35-B67B-45A90A5A522A}" type="parTrans" cxnId="{F33C4B8C-433F-423B-865B-C709F0FFEE00}">
      <dgm:prSet/>
      <dgm:spPr/>
      <dgm:t>
        <a:bodyPr/>
        <a:lstStyle/>
        <a:p>
          <a:endParaRPr lang="en-US"/>
        </a:p>
      </dgm:t>
    </dgm:pt>
    <dgm:pt modelId="{8F0EC506-CFFA-46FC-989B-42F794C08B32}" type="sibTrans" cxnId="{F33C4B8C-433F-423B-865B-C709F0FFEE00}">
      <dgm:prSet/>
      <dgm:spPr/>
      <dgm:t>
        <a:bodyPr/>
        <a:lstStyle/>
        <a:p>
          <a:endParaRPr lang="en-US"/>
        </a:p>
      </dgm:t>
    </dgm:pt>
    <dgm:pt modelId="{9FDE4B64-3E68-4B30-863D-FF2411AA746E}">
      <dgm:prSet/>
      <dgm:spPr/>
      <dgm:t>
        <a:bodyPr/>
        <a:lstStyle/>
        <a:p>
          <a:r>
            <a:rPr lang="en-US"/>
            <a:t>Build initial FastAPI + Next.js skeleton</a:t>
          </a:r>
        </a:p>
      </dgm:t>
    </dgm:pt>
    <dgm:pt modelId="{D595961E-BBB9-4FB3-9623-F9FF1DC23EEB}" type="parTrans" cxnId="{8C72A7D4-425C-43F5-A035-5CEB686A53D3}">
      <dgm:prSet/>
      <dgm:spPr/>
      <dgm:t>
        <a:bodyPr/>
        <a:lstStyle/>
        <a:p>
          <a:endParaRPr lang="en-US"/>
        </a:p>
      </dgm:t>
    </dgm:pt>
    <dgm:pt modelId="{0AE44E91-9C5C-44D5-B1DB-D3ADADB59197}" type="sibTrans" cxnId="{8C72A7D4-425C-43F5-A035-5CEB686A53D3}">
      <dgm:prSet/>
      <dgm:spPr/>
      <dgm:t>
        <a:bodyPr/>
        <a:lstStyle/>
        <a:p>
          <a:endParaRPr lang="en-US"/>
        </a:p>
      </dgm:t>
    </dgm:pt>
    <dgm:pt modelId="{15F881FE-190A-4153-B52C-9C6C06F3732B}">
      <dgm:prSet/>
      <dgm:spPr/>
      <dgm:t>
        <a:bodyPr/>
        <a:lstStyle/>
        <a:p>
          <a:r>
            <a:rPr lang="en-US"/>
            <a:t>These become Sprint 1 backlog items</a:t>
          </a:r>
        </a:p>
      </dgm:t>
    </dgm:pt>
    <dgm:pt modelId="{0DDD5B3F-DDFB-4858-91F3-46F4BA701A9A}" type="parTrans" cxnId="{71B03D47-B225-4345-AA8F-A7FCEAE7C211}">
      <dgm:prSet/>
      <dgm:spPr/>
      <dgm:t>
        <a:bodyPr/>
        <a:lstStyle/>
        <a:p>
          <a:endParaRPr lang="en-US"/>
        </a:p>
      </dgm:t>
    </dgm:pt>
    <dgm:pt modelId="{0A3D8DD2-E3FF-4A4C-8E7A-80E54BABD026}" type="sibTrans" cxnId="{71B03D47-B225-4345-AA8F-A7FCEAE7C211}">
      <dgm:prSet/>
      <dgm:spPr/>
      <dgm:t>
        <a:bodyPr/>
        <a:lstStyle/>
        <a:p>
          <a:endParaRPr lang="en-US"/>
        </a:p>
      </dgm:t>
    </dgm:pt>
    <dgm:pt modelId="{04E39898-D6FD-44C9-84B7-DA18FA625CFF}" type="pres">
      <dgm:prSet presAssocID="{424FC196-1D5A-4541-AF5C-9E8B00B1BC89}" presName="vert0" presStyleCnt="0">
        <dgm:presLayoutVars>
          <dgm:dir/>
          <dgm:animOne val="branch"/>
          <dgm:animLvl val="lvl"/>
        </dgm:presLayoutVars>
      </dgm:prSet>
      <dgm:spPr/>
    </dgm:pt>
    <dgm:pt modelId="{A397F535-022D-4FD6-8028-700907DA0EC3}" type="pres">
      <dgm:prSet presAssocID="{ED912A59-6CE2-427E-BB4D-10AE6E180A8F}" presName="thickLine" presStyleLbl="alignNode1" presStyleIdx="0" presStyleCnt="12"/>
      <dgm:spPr/>
    </dgm:pt>
    <dgm:pt modelId="{5FC8A4DA-0257-4D0E-BE78-1987B90AC2B8}" type="pres">
      <dgm:prSet presAssocID="{ED912A59-6CE2-427E-BB4D-10AE6E180A8F}" presName="horz1" presStyleCnt="0"/>
      <dgm:spPr/>
    </dgm:pt>
    <dgm:pt modelId="{BB91F3B8-FFC6-4638-B6E2-9B67845372B3}" type="pres">
      <dgm:prSet presAssocID="{ED912A59-6CE2-427E-BB4D-10AE6E180A8F}" presName="tx1" presStyleLbl="revTx" presStyleIdx="0" presStyleCnt="12"/>
      <dgm:spPr/>
    </dgm:pt>
    <dgm:pt modelId="{5C20F6D7-7FA2-4974-8A8F-0E39100FE271}" type="pres">
      <dgm:prSet presAssocID="{ED912A59-6CE2-427E-BB4D-10AE6E180A8F}" presName="vert1" presStyleCnt="0"/>
      <dgm:spPr/>
    </dgm:pt>
    <dgm:pt modelId="{829BB2C2-7D9A-41CF-8BBC-82F22BACAF20}" type="pres">
      <dgm:prSet presAssocID="{E09A4641-2A1B-47C9-B709-0DE09163FD5C}" presName="thickLine" presStyleLbl="alignNode1" presStyleIdx="1" presStyleCnt="12"/>
      <dgm:spPr/>
    </dgm:pt>
    <dgm:pt modelId="{091CD0A0-326C-4BA2-9A75-E7918B3CC2C7}" type="pres">
      <dgm:prSet presAssocID="{E09A4641-2A1B-47C9-B709-0DE09163FD5C}" presName="horz1" presStyleCnt="0"/>
      <dgm:spPr/>
    </dgm:pt>
    <dgm:pt modelId="{B515AAAA-536D-4F6D-9F27-C9628B275B4F}" type="pres">
      <dgm:prSet presAssocID="{E09A4641-2A1B-47C9-B709-0DE09163FD5C}" presName="tx1" presStyleLbl="revTx" presStyleIdx="1" presStyleCnt="12"/>
      <dgm:spPr/>
    </dgm:pt>
    <dgm:pt modelId="{D23D79D5-7DC6-46C1-8357-39F55DBAAE6F}" type="pres">
      <dgm:prSet presAssocID="{E09A4641-2A1B-47C9-B709-0DE09163FD5C}" presName="vert1" presStyleCnt="0"/>
      <dgm:spPr/>
    </dgm:pt>
    <dgm:pt modelId="{7F1C9BD8-9717-41C9-9394-AEE36A51B958}" type="pres">
      <dgm:prSet presAssocID="{0EB14764-1621-47C3-88A1-8825819A7D61}" presName="thickLine" presStyleLbl="alignNode1" presStyleIdx="2" presStyleCnt="12"/>
      <dgm:spPr/>
    </dgm:pt>
    <dgm:pt modelId="{A32D27C8-AA8E-4986-900C-EE5052CFABEB}" type="pres">
      <dgm:prSet presAssocID="{0EB14764-1621-47C3-88A1-8825819A7D61}" presName="horz1" presStyleCnt="0"/>
      <dgm:spPr/>
    </dgm:pt>
    <dgm:pt modelId="{ABFC4609-7EE7-4994-B3F4-B7D62C0105DC}" type="pres">
      <dgm:prSet presAssocID="{0EB14764-1621-47C3-88A1-8825819A7D61}" presName="tx1" presStyleLbl="revTx" presStyleIdx="2" presStyleCnt="12"/>
      <dgm:spPr/>
    </dgm:pt>
    <dgm:pt modelId="{FF33DF96-0E30-4558-AFB6-15F4FEDAB0C4}" type="pres">
      <dgm:prSet presAssocID="{0EB14764-1621-47C3-88A1-8825819A7D61}" presName="vert1" presStyleCnt="0"/>
      <dgm:spPr/>
    </dgm:pt>
    <dgm:pt modelId="{E46839BF-D469-46D2-9ED5-45B103CC5838}" type="pres">
      <dgm:prSet presAssocID="{96768C50-A5DE-40C2-A900-EB0627A1099A}" presName="thickLine" presStyleLbl="alignNode1" presStyleIdx="3" presStyleCnt="12"/>
      <dgm:spPr/>
    </dgm:pt>
    <dgm:pt modelId="{E1DD89F3-34D9-490B-A30F-9C9BD50A8E12}" type="pres">
      <dgm:prSet presAssocID="{96768C50-A5DE-40C2-A900-EB0627A1099A}" presName="horz1" presStyleCnt="0"/>
      <dgm:spPr/>
    </dgm:pt>
    <dgm:pt modelId="{6F71F520-DB06-4C2B-8ED9-2F52A6DECD78}" type="pres">
      <dgm:prSet presAssocID="{96768C50-A5DE-40C2-A900-EB0627A1099A}" presName="tx1" presStyleLbl="revTx" presStyleIdx="3" presStyleCnt="12"/>
      <dgm:spPr/>
    </dgm:pt>
    <dgm:pt modelId="{4AAE7B62-4946-419A-930E-2FF63DC97FDD}" type="pres">
      <dgm:prSet presAssocID="{96768C50-A5DE-40C2-A900-EB0627A1099A}" presName="vert1" presStyleCnt="0"/>
      <dgm:spPr/>
    </dgm:pt>
    <dgm:pt modelId="{5EE9BC06-8854-4AAD-ADDD-A1B40CF3797A}" type="pres">
      <dgm:prSet presAssocID="{5D612C8D-6E0F-4C91-BB9D-1DAA746FCB37}" presName="thickLine" presStyleLbl="alignNode1" presStyleIdx="4" presStyleCnt="12"/>
      <dgm:spPr/>
    </dgm:pt>
    <dgm:pt modelId="{28B219C9-D82B-4116-BB27-E10031225833}" type="pres">
      <dgm:prSet presAssocID="{5D612C8D-6E0F-4C91-BB9D-1DAA746FCB37}" presName="horz1" presStyleCnt="0"/>
      <dgm:spPr/>
    </dgm:pt>
    <dgm:pt modelId="{79E66210-FFA9-41B5-A703-5F1CB0C4110B}" type="pres">
      <dgm:prSet presAssocID="{5D612C8D-6E0F-4C91-BB9D-1DAA746FCB37}" presName="tx1" presStyleLbl="revTx" presStyleIdx="4" presStyleCnt="12"/>
      <dgm:spPr/>
    </dgm:pt>
    <dgm:pt modelId="{F648E133-88A0-4E8D-B02B-2F7CA9159B42}" type="pres">
      <dgm:prSet presAssocID="{5D612C8D-6E0F-4C91-BB9D-1DAA746FCB37}" presName="vert1" presStyleCnt="0"/>
      <dgm:spPr/>
    </dgm:pt>
    <dgm:pt modelId="{F41919FB-1227-4636-B3C9-A6E5A62B9073}" type="pres">
      <dgm:prSet presAssocID="{CEDB8D42-C513-4448-A747-BCD205C125F7}" presName="thickLine" presStyleLbl="alignNode1" presStyleIdx="5" presStyleCnt="12"/>
      <dgm:spPr/>
    </dgm:pt>
    <dgm:pt modelId="{4161F363-B274-4A6C-8151-85833619B7FF}" type="pres">
      <dgm:prSet presAssocID="{CEDB8D42-C513-4448-A747-BCD205C125F7}" presName="horz1" presStyleCnt="0"/>
      <dgm:spPr/>
    </dgm:pt>
    <dgm:pt modelId="{8A818D0D-12E3-47DA-B643-1739BCCAD8CB}" type="pres">
      <dgm:prSet presAssocID="{CEDB8D42-C513-4448-A747-BCD205C125F7}" presName="tx1" presStyleLbl="revTx" presStyleIdx="5" presStyleCnt="12"/>
      <dgm:spPr/>
    </dgm:pt>
    <dgm:pt modelId="{216C8E26-62AE-462B-A67E-CA7B217972D0}" type="pres">
      <dgm:prSet presAssocID="{CEDB8D42-C513-4448-A747-BCD205C125F7}" presName="vert1" presStyleCnt="0"/>
      <dgm:spPr/>
    </dgm:pt>
    <dgm:pt modelId="{9CDC0619-A41F-4110-B0FE-392F8FBA6D03}" type="pres">
      <dgm:prSet presAssocID="{931C9710-BAFD-41C9-9E52-3CEF37C32CCB}" presName="thickLine" presStyleLbl="alignNode1" presStyleIdx="6" presStyleCnt="12"/>
      <dgm:spPr/>
    </dgm:pt>
    <dgm:pt modelId="{603C7170-78DC-494B-87D5-013ED5CC6DAC}" type="pres">
      <dgm:prSet presAssocID="{931C9710-BAFD-41C9-9E52-3CEF37C32CCB}" presName="horz1" presStyleCnt="0"/>
      <dgm:spPr/>
    </dgm:pt>
    <dgm:pt modelId="{59ECB892-497A-4B76-836F-9DB18BFBA185}" type="pres">
      <dgm:prSet presAssocID="{931C9710-BAFD-41C9-9E52-3CEF37C32CCB}" presName="tx1" presStyleLbl="revTx" presStyleIdx="6" presStyleCnt="12"/>
      <dgm:spPr/>
    </dgm:pt>
    <dgm:pt modelId="{98BE4B32-A6F2-4969-BB88-9A9B36076DF0}" type="pres">
      <dgm:prSet presAssocID="{931C9710-BAFD-41C9-9E52-3CEF37C32CCB}" presName="vert1" presStyleCnt="0"/>
      <dgm:spPr/>
    </dgm:pt>
    <dgm:pt modelId="{E2741BEB-65FC-44DE-A5CA-21EA5DE6BA63}" type="pres">
      <dgm:prSet presAssocID="{4415F6E3-2E66-4B7E-A9A7-5AFADBA5A9A3}" presName="thickLine" presStyleLbl="alignNode1" presStyleIdx="7" presStyleCnt="12"/>
      <dgm:spPr/>
    </dgm:pt>
    <dgm:pt modelId="{D9772D12-0AEE-4F6E-9390-77259133840D}" type="pres">
      <dgm:prSet presAssocID="{4415F6E3-2E66-4B7E-A9A7-5AFADBA5A9A3}" presName="horz1" presStyleCnt="0"/>
      <dgm:spPr/>
    </dgm:pt>
    <dgm:pt modelId="{7B1C487E-B59A-4618-A630-B9B9A11BEB14}" type="pres">
      <dgm:prSet presAssocID="{4415F6E3-2E66-4B7E-A9A7-5AFADBA5A9A3}" presName="tx1" presStyleLbl="revTx" presStyleIdx="7" presStyleCnt="12"/>
      <dgm:spPr/>
    </dgm:pt>
    <dgm:pt modelId="{B3152809-2C46-4DBA-B5B3-CFA54DDC0942}" type="pres">
      <dgm:prSet presAssocID="{4415F6E3-2E66-4B7E-A9A7-5AFADBA5A9A3}" presName="vert1" presStyleCnt="0"/>
      <dgm:spPr/>
    </dgm:pt>
    <dgm:pt modelId="{731FE272-ED14-443E-B2FE-30EC94DE3BEB}" type="pres">
      <dgm:prSet presAssocID="{D64DD57D-F68B-41F3-81DB-5D2BE64E7893}" presName="thickLine" presStyleLbl="alignNode1" presStyleIdx="8" presStyleCnt="12"/>
      <dgm:spPr/>
    </dgm:pt>
    <dgm:pt modelId="{FDC3E41D-9070-4451-80E6-E70DA6ECBBAA}" type="pres">
      <dgm:prSet presAssocID="{D64DD57D-F68B-41F3-81DB-5D2BE64E7893}" presName="horz1" presStyleCnt="0"/>
      <dgm:spPr/>
    </dgm:pt>
    <dgm:pt modelId="{758790E1-85FB-4B7A-B3CF-0C68D9F42B30}" type="pres">
      <dgm:prSet presAssocID="{D64DD57D-F68B-41F3-81DB-5D2BE64E7893}" presName="tx1" presStyleLbl="revTx" presStyleIdx="8" presStyleCnt="12"/>
      <dgm:spPr/>
    </dgm:pt>
    <dgm:pt modelId="{D8899D0F-09EA-46B5-A6AC-D3145C04EBE4}" type="pres">
      <dgm:prSet presAssocID="{D64DD57D-F68B-41F3-81DB-5D2BE64E7893}" presName="vert1" presStyleCnt="0"/>
      <dgm:spPr/>
    </dgm:pt>
    <dgm:pt modelId="{35B706D0-1CB7-4AF2-B25C-05839FBCC488}" type="pres">
      <dgm:prSet presAssocID="{5A4BA66D-BD8C-46A7-875D-6F1E720ED8A5}" presName="thickLine" presStyleLbl="alignNode1" presStyleIdx="9" presStyleCnt="12"/>
      <dgm:spPr/>
    </dgm:pt>
    <dgm:pt modelId="{644CF8C5-9563-4144-98E5-01D3ED4D962B}" type="pres">
      <dgm:prSet presAssocID="{5A4BA66D-BD8C-46A7-875D-6F1E720ED8A5}" presName="horz1" presStyleCnt="0"/>
      <dgm:spPr/>
    </dgm:pt>
    <dgm:pt modelId="{DDC94F38-6804-4495-B2E7-B61631B9CEC3}" type="pres">
      <dgm:prSet presAssocID="{5A4BA66D-BD8C-46A7-875D-6F1E720ED8A5}" presName="tx1" presStyleLbl="revTx" presStyleIdx="9" presStyleCnt="12"/>
      <dgm:spPr/>
    </dgm:pt>
    <dgm:pt modelId="{62B684C5-A20B-4F5A-B99A-9C1DBE83D5DA}" type="pres">
      <dgm:prSet presAssocID="{5A4BA66D-BD8C-46A7-875D-6F1E720ED8A5}" presName="vert1" presStyleCnt="0"/>
      <dgm:spPr/>
    </dgm:pt>
    <dgm:pt modelId="{D335F352-5CF2-4F43-9E7A-8C93968F4C23}" type="pres">
      <dgm:prSet presAssocID="{9FDE4B64-3E68-4B30-863D-FF2411AA746E}" presName="thickLine" presStyleLbl="alignNode1" presStyleIdx="10" presStyleCnt="12"/>
      <dgm:spPr/>
    </dgm:pt>
    <dgm:pt modelId="{B95C3889-3CEC-4DD2-BEB8-9C5BCAE8C7D4}" type="pres">
      <dgm:prSet presAssocID="{9FDE4B64-3E68-4B30-863D-FF2411AA746E}" presName="horz1" presStyleCnt="0"/>
      <dgm:spPr/>
    </dgm:pt>
    <dgm:pt modelId="{9C52A8C8-40B4-4289-9BBD-57350E812455}" type="pres">
      <dgm:prSet presAssocID="{9FDE4B64-3E68-4B30-863D-FF2411AA746E}" presName="tx1" presStyleLbl="revTx" presStyleIdx="10" presStyleCnt="12"/>
      <dgm:spPr/>
    </dgm:pt>
    <dgm:pt modelId="{0B57B89A-0D26-454A-9DEB-BF085A542278}" type="pres">
      <dgm:prSet presAssocID="{9FDE4B64-3E68-4B30-863D-FF2411AA746E}" presName="vert1" presStyleCnt="0"/>
      <dgm:spPr/>
    </dgm:pt>
    <dgm:pt modelId="{F4568597-B6D6-4191-B40A-30E96B888A9E}" type="pres">
      <dgm:prSet presAssocID="{15F881FE-190A-4153-B52C-9C6C06F3732B}" presName="thickLine" presStyleLbl="alignNode1" presStyleIdx="11" presStyleCnt="12"/>
      <dgm:spPr/>
    </dgm:pt>
    <dgm:pt modelId="{5D5CE114-80AA-4588-82D5-5417B0ABDEEA}" type="pres">
      <dgm:prSet presAssocID="{15F881FE-190A-4153-B52C-9C6C06F3732B}" presName="horz1" presStyleCnt="0"/>
      <dgm:spPr/>
    </dgm:pt>
    <dgm:pt modelId="{FE26CBED-E227-427C-8B0E-6FD5FC6367A8}" type="pres">
      <dgm:prSet presAssocID="{15F881FE-190A-4153-B52C-9C6C06F3732B}" presName="tx1" presStyleLbl="revTx" presStyleIdx="11" presStyleCnt="12"/>
      <dgm:spPr/>
    </dgm:pt>
    <dgm:pt modelId="{751EDEE9-687F-47A2-BFA1-5B406FAD838C}" type="pres">
      <dgm:prSet presAssocID="{15F881FE-190A-4153-B52C-9C6C06F3732B}" presName="vert1" presStyleCnt="0"/>
      <dgm:spPr/>
    </dgm:pt>
  </dgm:ptLst>
  <dgm:cxnLst>
    <dgm:cxn modelId="{2FCC1F04-E8E3-41A9-97BD-B271E7D672F1}" srcId="{424FC196-1D5A-4541-AF5C-9E8B00B1BC89}" destId="{0EB14764-1621-47C3-88A1-8825819A7D61}" srcOrd="2" destOrd="0" parTransId="{C5EDCE19-6CEB-4506-A86E-9C90139D3606}" sibTransId="{1134FEDF-1AE1-455C-BB0C-1ED4E394EC49}"/>
    <dgm:cxn modelId="{B1059709-B8FF-4F63-9B07-0AC1D012ADD4}" type="presOf" srcId="{5A4BA66D-BD8C-46A7-875D-6F1E720ED8A5}" destId="{DDC94F38-6804-4495-B2E7-B61631B9CEC3}" srcOrd="0" destOrd="0" presId="urn:microsoft.com/office/officeart/2008/layout/LinedList"/>
    <dgm:cxn modelId="{CB287021-1FD2-4036-BFE3-773693CB7329}" type="presOf" srcId="{5D612C8D-6E0F-4C91-BB9D-1DAA746FCB37}" destId="{79E66210-FFA9-41B5-A703-5F1CB0C4110B}" srcOrd="0" destOrd="0" presId="urn:microsoft.com/office/officeart/2008/layout/LinedList"/>
    <dgm:cxn modelId="{68F01B22-8D42-4D03-8C47-4E71DFB4CB47}" type="presOf" srcId="{D64DD57D-F68B-41F3-81DB-5D2BE64E7893}" destId="{758790E1-85FB-4B7A-B3CF-0C68D9F42B30}" srcOrd="0" destOrd="0" presId="urn:microsoft.com/office/officeart/2008/layout/LinedList"/>
    <dgm:cxn modelId="{76978730-FDB4-4061-905A-A85C6D602066}" type="presOf" srcId="{ED912A59-6CE2-427E-BB4D-10AE6E180A8F}" destId="{BB91F3B8-FFC6-4638-B6E2-9B67845372B3}" srcOrd="0" destOrd="0" presId="urn:microsoft.com/office/officeart/2008/layout/LinedList"/>
    <dgm:cxn modelId="{9822DE3F-1B08-4FF9-A68C-6ADE7863B983}" srcId="{424FC196-1D5A-4541-AF5C-9E8B00B1BC89}" destId="{D64DD57D-F68B-41F3-81DB-5D2BE64E7893}" srcOrd="8" destOrd="0" parTransId="{7ABD2C5A-61DC-4B96-8678-9F64EF8A57A5}" sibTransId="{4018FD6F-EDC0-4B10-887A-88A7D0AF97C7}"/>
    <dgm:cxn modelId="{68DC175B-866E-4ABA-BED7-D521B82CE194}" srcId="{424FC196-1D5A-4541-AF5C-9E8B00B1BC89}" destId="{E09A4641-2A1B-47C9-B709-0DE09163FD5C}" srcOrd="1" destOrd="0" parTransId="{AA309A10-F3B2-4F36-B9A1-284AED7AD125}" sibTransId="{B6060CF1-B0C0-4427-AFF4-1A58CD89F1E4}"/>
    <dgm:cxn modelId="{81510D5D-4BC5-4D39-84D3-FC477DD9DE43}" srcId="{424FC196-1D5A-4541-AF5C-9E8B00B1BC89}" destId="{CEDB8D42-C513-4448-A747-BCD205C125F7}" srcOrd="5" destOrd="0" parTransId="{7100F6D2-A59B-4309-8EFA-FF344FA0CD2B}" sibTransId="{F866C2F1-9CB6-4F68-92B0-BBF8294D5539}"/>
    <dgm:cxn modelId="{71B03D47-B225-4345-AA8F-A7FCEAE7C211}" srcId="{424FC196-1D5A-4541-AF5C-9E8B00B1BC89}" destId="{15F881FE-190A-4153-B52C-9C6C06F3732B}" srcOrd="11" destOrd="0" parTransId="{0DDD5B3F-DDFB-4858-91F3-46F4BA701A9A}" sibTransId="{0A3D8DD2-E3FF-4A4C-8E7A-80E54BABD026}"/>
    <dgm:cxn modelId="{F3FEAB47-09D0-40B5-87E2-4B5643BAB6F0}" type="presOf" srcId="{424FC196-1D5A-4541-AF5C-9E8B00B1BC89}" destId="{04E39898-D6FD-44C9-84B7-DA18FA625CFF}" srcOrd="0" destOrd="0" presId="urn:microsoft.com/office/officeart/2008/layout/LinedList"/>
    <dgm:cxn modelId="{A4C55A68-8A27-4CEC-9A73-4882FA666DE0}" type="presOf" srcId="{15F881FE-190A-4153-B52C-9C6C06F3732B}" destId="{FE26CBED-E227-427C-8B0E-6FD5FC6367A8}" srcOrd="0" destOrd="0" presId="urn:microsoft.com/office/officeart/2008/layout/LinedList"/>
    <dgm:cxn modelId="{A19FDB4E-A741-4178-9178-7E269FD0B5EF}" type="presOf" srcId="{0EB14764-1621-47C3-88A1-8825819A7D61}" destId="{ABFC4609-7EE7-4994-B3F4-B7D62C0105DC}" srcOrd="0" destOrd="0" presId="urn:microsoft.com/office/officeart/2008/layout/LinedList"/>
    <dgm:cxn modelId="{BD60814F-1B39-4270-99F3-1984EC3094CB}" srcId="{424FC196-1D5A-4541-AF5C-9E8B00B1BC89}" destId="{ED912A59-6CE2-427E-BB4D-10AE6E180A8F}" srcOrd="0" destOrd="0" parTransId="{24C6A55D-A445-470E-AF6A-8D76083D777A}" sibTransId="{AD1772BE-8A2F-4AFC-9FAD-15A368C5CEEE}"/>
    <dgm:cxn modelId="{49124259-C138-4DF7-89EA-6C9683A547C2}" type="presOf" srcId="{931C9710-BAFD-41C9-9E52-3CEF37C32CCB}" destId="{59ECB892-497A-4B76-836F-9DB18BFBA185}" srcOrd="0" destOrd="0" presId="urn:microsoft.com/office/officeart/2008/layout/LinedList"/>
    <dgm:cxn modelId="{0696C75A-1E0C-47DE-9B34-DBB0C426F273}" type="presOf" srcId="{9FDE4B64-3E68-4B30-863D-FF2411AA746E}" destId="{9C52A8C8-40B4-4289-9BBD-57350E812455}" srcOrd="0" destOrd="0" presId="urn:microsoft.com/office/officeart/2008/layout/LinedList"/>
    <dgm:cxn modelId="{AEE5407C-CAD8-43BE-A364-0065447AF4B8}" srcId="{424FC196-1D5A-4541-AF5C-9E8B00B1BC89}" destId="{4415F6E3-2E66-4B7E-A9A7-5AFADBA5A9A3}" srcOrd="7" destOrd="0" parTransId="{72620601-5E53-46E8-9C59-4A6E9C383909}" sibTransId="{D05E1FA8-D743-436D-A909-36CE77815CF2}"/>
    <dgm:cxn modelId="{479C677E-070D-46C7-826B-7B3F2329DF2E}" type="presOf" srcId="{E09A4641-2A1B-47C9-B709-0DE09163FD5C}" destId="{B515AAAA-536D-4F6D-9F27-C9628B275B4F}" srcOrd="0" destOrd="0" presId="urn:microsoft.com/office/officeart/2008/layout/LinedList"/>
    <dgm:cxn modelId="{5A504586-A163-4DAB-B079-4E63AE6277E7}" type="presOf" srcId="{4415F6E3-2E66-4B7E-A9A7-5AFADBA5A9A3}" destId="{7B1C487E-B59A-4618-A630-B9B9A11BEB14}" srcOrd="0" destOrd="0" presId="urn:microsoft.com/office/officeart/2008/layout/LinedList"/>
    <dgm:cxn modelId="{D0BD278B-5C22-466C-9AD8-631AF58DCE77}" type="presOf" srcId="{CEDB8D42-C513-4448-A747-BCD205C125F7}" destId="{8A818D0D-12E3-47DA-B643-1739BCCAD8CB}" srcOrd="0" destOrd="0" presId="urn:microsoft.com/office/officeart/2008/layout/LinedList"/>
    <dgm:cxn modelId="{F33C4B8C-433F-423B-865B-C709F0FFEE00}" srcId="{424FC196-1D5A-4541-AF5C-9E8B00B1BC89}" destId="{5A4BA66D-BD8C-46A7-875D-6F1E720ED8A5}" srcOrd="9" destOrd="0" parTransId="{828595E8-7F30-4A35-B67B-45A90A5A522A}" sibTransId="{8F0EC506-CFFA-46FC-989B-42F794C08B32}"/>
    <dgm:cxn modelId="{8FE16AB5-2026-4387-9196-A68DCA22F021}" srcId="{424FC196-1D5A-4541-AF5C-9E8B00B1BC89}" destId="{5D612C8D-6E0F-4C91-BB9D-1DAA746FCB37}" srcOrd="4" destOrd="0" parTransId="{4BF979B6-C2AA-44A1-9740-DBD4F905F3A9}" sibTransId="{9EE4D592-9931-41AF-BB3E-6950A06A6043}"/>
    <dgm:cxn modelId="{88F63EC8-EDFE-43FA-B3CA-5C43EF73E9E4}" srcId="{424FC196-1D5A-4541-AF5C-9E8B00B1BC89}" destId="{931C9710-BAFD-41C9-9E52-3CEF37C32CCB}" srcOrd="6" destOrd="0" parTransId="{14AB7BB6-097F-4B1A-A0F2-E7F8809BC0FD}" sibTransId="{9844F6E5-7213-49E9-8E5F-6D9CFA623CFE}"/>
    <dgm:cxn modelId="{C40735CD-B435-4FFE-944F-B5923FB13CC2}" srcId="{424FC196-1D5A-4541-AF5C-9E8B00B1BC89}" destId="{96768C50-A5DE-40C2-A900-EB0627A1099A}" srcOrd="3" destOrd="0" parTransId="{0536A7D4-152A-42D2-AB9B-8AB21D2C2C85}" sibTransId="{C0E195BB-DADC-42A0-9200-85AE009522EB}"/>
    <dgm:cxn modelId="{8C72A7D4-425C-43F5-A035-5CEB686A53D3}" srcId="{424FC196-1D5A-4541-AF5C-9E8B00B1BC89}" destId="{9FDE4B64-3E68-4B30-863D-FF2411AA746E}" srcOrd="10" destOrd="0" parTransId="{D595961E-BBB9-4FB3-9623-F9FF1DC23EEB}" sibTransId="{0AE44E91-9C5C-44D5-B1DB-D3ADADB59197}"/>
    <dgm:cxn modelId="{CE84B4FC-A4C0-42A2-979E-E1A6513E6B9A}" type="presOf" srcId="{96768C50-A5DE-40C2-A900-EB0627A1099A}" destId="{6F71F520-DB06-4C2B-8ED9-2F52A6DECD78}" srcOrd="0" destOrd="0" presId="urn:microsoft.com/office/officeart/2008/layout/LinedList"/>
    <dgm:cxn modelId="{9394C85D-CED9-462D-8F27-4E8001EF5325}" type="presParOf" srcId="{04E39898-D6FD-44C9-84B7-DA18FA625CFF}" destId="{A397F535-022D-4FD6-8028-700907DA0EC3}" srcOrd="0" destOrd="0" presId="urn:microsoft.com/office/officeart/2008/layout/LinedList"/>
    <dgm:cxn modelId="{8CBD5AF0-DF56-4EEA-913B-302034C99809}" type="presParOf" srcId="{04E39898-D6FD-44C9-84B7-DA18FA625CFF}" destId="{5FC8A4DA-0257-4D0E-BE78-1987B90AC2B8}" srcOrd="1" destOrd="0" presId="urn:microsoft.com/office/officeart/2008/layout/LinedList"/>
    <dgm:cxn modelId="{DC38B487-C581-4A56-8B69-E00E027B4D98}" type="presParOf" srcId="{5FC8A4DA-0257-4D0E-BE78-1987B90AC2B8}" destId="{BB91F3B8-FFC6-4638-B6E2-9B67845372B3}" srcOrd="0" destOrd="0" presId="urn:microsoft.com/office/officeart/2008/layout/LinedList"/>
    <dgm:cxn modelId="{0181D5AF-96B4-49F2-8D73-EABA9291E4E5}" type="presParOf" srcId="{5FC8A4DA-0257-4D0E-BE78-1987B90AC2B8}" destId="{5C20F6D7-7FA2-4974-8A8F-0E39100FE271}" srcOrd="1" destOrd="0" presId="urn:microsoft.com/office/officeart/2008/layout/LinedList"/>
    <dgm:cxn modelId="{456CCC3E-BBC8-4BFA-A058-1E0BAE87333F}" type="presParOf" srcId="{04E39898-D6FD-44C9-84B7-DA18FA625CFF}" destId="{829BB2C2-7D9A-41CF-8BBC-82F22BACAF20}" srcOrd="2" destOrd="0" presId="urn:microsoft.com/office/officeart/2008/layout/LinedList"/>
    <dgm:cxn modelId="{5E34B8A9-70D7-4150-9444-1FAD9865B561}" type="presParOf" srcId="{04E39898-D6FD-44C9-84B7-DA18FA625CFF}" destId="{091CD0A0-326C-4BA2-9A75-E7918B3CC2C7}" srcOrd="3" destOrd="0" presId="urn:microsoft.com/office/officeart/2008/layout/LinedList"/>
    <dgm:cxn modelId="{7EA49884-7AC0-412D-A541-D856C6923608}" type="presParOf" srcId="{091CD0A0-326C-4BA2-9A75-E7918B3CC2C7}" destId="{B515AAAA-536D-4F6D-9F27-C9628B275B4F}" srcOrd="0" destOrd="0" presId="urn:microsoft.com/office/officeart/2008/layout/LinedList"/>
    <dgm:cxn modelId="{AD7DA129-6634-4E1D-9F6D-70CA05B857B2}" type="presParOf" srcId="{091CD0A0-326C-4BA2-9A75-E7918B3CC2C7}" destId="{D23D79D5-7DC6-46C1-8357-39F55DBAAE6F}" srcOrd="1" destOrd="0" presId="urn:microsoft.com/office/officeart/2008/layout/LinedList"/>
    <dgm:cxn modelId="{FC857482-7BA8-43CA-A794-F74A3DC786EF}" type="presParOf" srcId="{04E39898-D6FD-44C9-84B7-DA18FA625CFF}" destId="{7F1C9BD8-9717-41C9-9394-AEE36A51B958}" srcOrd="4" destOrd="0" presId="urn:microsoft.com/office/officeart/2008/layout/LinedList"/>
    <dgm:cxn modelId="{549A8D8C-D4A5-47C1-B043-7E6022A843D7}" type="presParOf" srcId="{04E39898-D6FD-44C9-84B7-DA18FA625CFF}" destId="{A32D27C8-AA8E-4986-900C-EE5052CFABEB}" srcOrd="5" destOrd="0" presId="urn:microsoft.com/office/officeart/2008/layout/LinedList"/>
    <dgm:cxn modelId="{901797A1-5619-4BD8-BF8C-50352DB5A7B1}" type="presParOf" srcId="{A32D27C8-AA8E-4986-900C-EE5052CFABEB}" destId="{ABFC4609-7EE7-4994-B3F4-B7D62C0105DC}" srcOrd="0" destOrd="0" presId="urn:microsoft.com/office/officeart/2008/layout/LinedList"/>
    <dgm:cxn modelId="{578FB7A2-44E9-4847-B3C6-6E86BDC53B5A}" type="presParOf" srcId="{A32D27C8-AA8E-4986-900C-EE5052CFABEB}" destId="{FF33DF96-0E30-4558-AFB6-15F4FEDAB0C4}" srcOrd="1" destOrd="0" presId="urn:microsoft.com/office/officeart/2008/layout/LinedList"/>
    <dgm:cxn modelId="{F4E299A7-6D92-493B-A2DA-579A3A820257}" type="presParOf" srcId="{04E39898-D6FD-44C9-84B7-DA18FA625CFF}" destId="{E46839BF-D469-46D2-9ED5-45B103CC5838}" srcOrd="6" destOrd="0" presId="urn:microsoft.com/office/officeart/2008/layout/LinedList"/>
    <dgm:cxn modelId="{2E40996C-A97D-46EB-A0C4-3E34D9B58510}" type="presParOf" srcId="{04E39898-D6FD-44C9-84B7-DA18FA625CFF}" destId="{E1DD89F3-34D9-490B-A30F-9C9BD50A8E12}" srcOrd="7" destOrd="0" presId="urn:microsoft.com/office/officeart/2008/layout/LinedList"/>
    <dgm:cxn modelId="{E35BB842-F16A-43B6-8CA2-FFF113DFEA14}" type="presParOf" srcId="{E1DD89F3-34D9-490B-A30F-9C9BD50A8E12}" destId="{6F71F520-DB06-4C2B-8ED9-2F52A6DECD78}" srcOrd="0" destOrd="0" presId="urn:microsoft.com/office/officeart/2008/layout/LinedList"/>
    <dgm:cxn modelId="{AA254A39-A2CA-4F46-B5CB-14A94042CCD5}" type="presParOf" srcId="{E1DD89F3-34D9-490B-A30F-9C9BD50A8E12}" destId="{4AAE7B62-4946-419A-930E-2FF63DC97FDD}" srcOrd="1" destOrd="0" presId="urn:microsoft.com/office/officeart/2008/layout/LinedList"/>
    <dgm:cxn modelId="{61201B7A-81F9-4DE2-BB58-3D623ECAB9AA}" type="presParOf" srcId="{04E39898-D6FD-44C9-84B7-DA18FA625CFF}" destId="{5EE9BC06-8854-4AAD-ADDD-A1B40CF3797A}" srcOrd="8" destOrd="0" presId="urn:microsoft.com/office/officeart/2008/layout/LinedList"/>
    <dgm:cxn modelId="{9CB29CC8-B304-4231-B15E-3CED9D4BF0FC}" type="presParOf" srcId="{04E39898-D6FD-44C9-84B7-DA18FA625CFF}" destId="{28B219C9-D82B-4116-BB27-E10031225833}" srcOrd="9" destOrd="0" presId="urn:microsoft.com/office/officeart/2008/layout/LinedList"/>
    <dgm:cxn modelId="{9232B4D1-56FF-4F56-A7E2-533D5BC7C504}" type="presParOf" srcId="{28B219C9-D82B-4116-BB27-E10031225833}" destId="{79E66210-FFA9-41B5-A703-5F1CB0C4110B}" srcOrd="0" destOrd="0" presId="urn:microsoft.com/office/officeart/2008/layout/LinedList"/>
    <dgm:cxn modelId="{52ACAA9A-65B7-4F7A-A2C8-127EEAE537F7}" type="presParOf" srcId="{28B219C9-D82B-4116-BB27-E10031225833}" destId="{F648E133-88A0-4E8D-B02B-2F7CA9159B42}" srcOrd="1" destOrd="0" presId="urn:microsoft.com/office/officeart/2008/layout/LinedList"/>
    <dgm:cxn modelId="{666B01B1-B004-4EE5-93EB-ECBFDF8E88F5}" type="presParOf" srcId="{04E39898-D6FD-44C9-84B7-DA18FA625CFF}" destId="{F41919FB-1227-4636-B3C9-A6E5A62B9073}" srcOrd="10" destOrd="0" presId="urn:microsoft.com/office/officeart/2008/layout/LinedList"/>
    <dgm:cxn modelId="{6682461A-29A0-4A5F-99A6-1C2AB1A7FDAF}" type="presParOf" srcId="{04E39898-D6FD-44C9-84B7-DA18FA625CFF}" destId="{4161F363-B274-4A6C-8151-85833619B7FF}" srcOrd="11" destOrd="0" presId="urn:microsoft.com/office/officeart/2008/layout/LinedList"/>
    <dgm:cxn modelId="{0B7448B5-E8B3-4B23-B31E-BECADD345D58}" type="presParOf" srcId="{4161F363-B274-4A6C-8151-85833619B7FF}" destId="{8A818D0D-12E3-47DA-B643-1739BCCAD8CB}" srcOrd="0" destOrd="0" presId="urn:microsoft.com/office/officeart/2008/layout/LinedList"/>
    <dgm:cxn modelId="{2C122A3E-063E-448C-8C31-8F8D18C3B29F}" type="presParOf" srcId="{4161F363-B274-4A6C-8151-85833619B7FF}" destId="{216C8E26-62AE-462B-A67E-CA7B217972D0}" srcOrd="1" destOrd="0" presId="urn:microsoft.com/office/officeart/2008/layout/LinedList"/>
    <dgm:cxn modelId="{6A101B29-0865-461E-8A87-E5C00D2FEB15}" type="presParOf" srcId="{04E39898-D6FD-44C9-84B7-DA18FA625CFF}" destId="{9CDC0619-A41F-4110-B0FE-392F8FBA6D03}" srcOrd="12" destOrd="0" presId="urn:microsoft.com/office/officeart/2008/layout/LinedList"/>
    <dgm:cxn modelId="{FB446F7F-064A-41C2-B70D-CD3D31296E33}" type="presParOf" srcId="{04E39898-D6FD-44C9-84B7-DA18FA625CFF}" destId="{603C7170-78DC-494B-87D5-013ED5CC6DAC}" srcOrd="13" destOrd="0" presId="urn:microsoft.com/office/officeart/2008/layout/LinedList"/>
    <dgm:cxn modelId="{D52C62B9-CF7B-4C60-9C1B-1C24CCF2E992}" type="presParOf" srcId="{603C7170-78DC-494B-87D5-013ED5CC6DAC}" destId="{59ECB892-497A-4B76-836F-9DB18BFBA185}" srcOrd="0" destOrd="0" presId="urn:microsoft.com/office/officeart/2008/layout/LinedList"/>
    <dgm:cxn modelId="{11BF25FA-D8F8-4183-9CFB-2F5796FD3C9E}" type="presParOf" srcId="{603C7170-78DC-494B-87D5-013ED5CC6DAC}" destId="{98BE4B32-A6F2-4969-BB88-9A9B36076DF0}" srcOrd="1" destOrd="0" presId="urn:microsoft.com/office/officeart/2008/layout/LinedList"/>
    <dgm:cxn modelId="{88DE4013-3B5C-4E78-8A7B-AA51EBF16F50}" type="presParOf" srcId="{04E39898-D6FD-44C9-84B7-DA18FA625CFF}" destId="{E2741BEB-65FC-44DE-A5CA-21EA5DE6BA63}" srcOrd="14" destOrd="0" presId="urn:microsoft.com/office/officeart/2008/layout/LinedList"/>
    <dgm:cxn modelId="{B185D5D4-EE52-4259-9E0A-F91BA7BAE539}" type="presParOf" srcId="{04E39898-D6FD-44C9-84B7-DA18FA625CFF}" destId="{D9772D12-0AEE-4F6E-9390-77259133840D}" srcOrd="15" destOrd="0" presId="urn:microsoft.com/office/officeart/2008/layout/LinedList"/>
    <dgm:cxn modelId="{E2597077-8DC1-46EB-9EEB-32F49BD624D1}" type="presParOf" srcId="{D9772D12-0AEE-4F6E-9390-77259133840D}" destId="{7B1C487E-B59A-4618-A630-B9B9A11BEB14}" srcOrd="0" destOrd="0" presId="urn:microsoft.com/office/officeart/2008/layout/LinedList"/>
    <dgm:cxn modelId="{FE6C205C-DA24-4058-9D0D-FF6CF84564E6}" type="presParOf" srcId="{D9772D12-0AEE-4F6E-9390-77259133840D}" destId="{B3152809-2C46-4DBA-B5B3-CFA54DDC0942}" srcOrd="1" destOrd="0" presId="urn:microsoft.com/office/officeart/2008/layout/LinedList"/>
    <dgm:cxn modelId="{25822B7F-1632-4574-8C7F-C3B50AFBB9AE}" type="presParOf" srcId="{04E39898-D6FD-44C9-84B7-DA18FA625CFF}" destId="{731FE272-ED14-443E-B2FE-30EC94DE3BEB}" srcOrd="16" destOrd="0" presId="urn:microsoft.com/office/officeart/2008/layout/LinedList"/>
    <dgm:cxn modelId="{C3B36A6E-DF9F-4DBC-9DAB-BB452EA076AC}" type="presParOf" srcId="{04E39898-D6FD-44C9-84B7-DA18FA625CFF}" destId="{FDC3E41D-9070-4451-80E6-E70DA6ECBBAA}" srcOrd="17" destOrd="0" presId="urn:microsoft.com/office/officeart/2008/layout/LinedList"/>
    <dgm:cxn modelId="{11077FE4-C90F-4144-9D34-D813234C7497}" type="presParOf" srcId="{FDC3E41D-9070-4451-80E6-E70DA6ECBBAA}" destId="{758790E1-85FB-4B7A-B3CF-0C68D9F42B30}" srcOrd="0" destOrd="0" presId="urn:microsoft.com/office/officeart/2008/layout/LinedList"/>
    <dgm:cxn modelId="{49D8AC0F-8D73-40EE-A411-0A77C6A22CF4}" type="presParOf" srcId="{FDC3E41D-9070-4451-80E6-E70DA6ECBBAA}" destId="{D8899D0F-09EA-46B5-A6AC-D3145C04EBE4}" srcOrd="1" destOrd="0" presId="urn:microsoft.com/office/officeart/2008/layout/LinedList"/>
    <dgm:cxn modelId="{1729AAC0-987D-4383-BA30-4EAED1D1C5D4}" type="presParOf" srcId="{04E39898-D6FD-44C9-84B7-DA18FA625CFF}" destId="{35B706D0-1CB7-4AF2-B25C-05839FBCC488}" srcOrd="18" destOrd="0" presId="urn:microsoft.com/office/officeart/2008/layout/LinedList"/>
    <dgm:cxn modelId="{7CF9EF67-324B-426A-B3CB-94F62063ABE5}" type="presParOf" srcId="{04E39898-D6FD-44C9-84B7-DA18FA625CFF}" destId="{644CF8C5-9563-4144-98E5-01D3ED4D962B}" srcOrd="19" destOrd="0" presId="urn:microsoft.com/office/officeart/2008/layout/LinedList"/>
    <dgm:cxn modelId="{A229D91E-4A88-419B-8E6A-2D622106D592}" type="presParOf" srcId="{644CF8C5-9563-4144-98E5-01D3ED4D962B}" destId="{DDC94F38-6804-4495-B2E7-B61631B9CEC3}" srcOrd="0" destOrd="0" presId="urn:microsoft.com/office/officeart/2008/layout/LinedList"/>
    <dgm:cxn modelId="{25023EAF-31E4-4C8C-9F2E-8DE563A6B550}" type="presParOf" srcId="{644CF8C5-9563-4144-98E5-01D3ED4D962B}" destId="{62B684C5-A20B-4F5A-B99A-9C1DBE83D5DA}" srcOrd="1" destOrd="0" presId="urn:microsoft.com/office/officeart/2008/layout/LinedList"/>
    <dgm:cxn modelId="{76DFC99A-9EEE-4E80-AECF-1326C10412A6}" type="presParOf" srcId="{04E39898-D6FD-44C9-84B7-DA18FA625CFF}" destId="{D335F352-5CF2-4F43-9E7A-8C93968F4C23}" srcOrd="20" destOrd="0" presId="urn:microsoft.com/office/officeart/2008/layout/LinedList"/>
    <dgm:cxn modelId="{86281393-FFBB-4538-8F63-A1CCE9857D1E}" type="presParOf" srcId="{04E39898-D6FD-44C9-84B7-DA18FA625CFF}" destId="{B95C3889-3CEC-4DD2-BEB8-9C5BCAE8C7D4}" srcOrd="21" destOrd="0" presId="urn:microsoft.com/office/officeart/2008/layout/LinedList"/>
    <dgm:cxn modelId="{699ED423-8BEA-46F4-AF65-722C0C58F16A}" type="presParOf" srcId="{B95C3889-3CEC-4DD2-BEB8-9C5BCAE8C7D4}" destId="{9C52A8C8-40B4-4289-9BBD-57350E812455}" srcOrd="0" destOrd="0" presId="urn:microsoft.com/office/officeart/2008/layout/LinedList"/>
    <dgm:cxn modelId="{786045BA-9B04-412D-B916-B4649612CA68}" type="presParOf" srcId="{B95C3889-3CEC-4DD2-BEB8-9C5BCAE8C7D4}" destId="{0B57B89A-0D26-454A-9DEB-BF085A542278}" srcOrd="1" destOrd="0" presId="urn:microsoft.com/office/officeart/2008/layout/LinedList"/>
    <dgm:cxn modelId="{E0303A9A-1A9B-4341-84F5-A3FF5C1F08D2}" type="presParOf" srcId="{04E39898-D6FD-44C9-84B7-DA18FA625CFF}" destId="{F4568597-B6D6-4191-B40A-30E96B888A9E}" srcOrd="22" destOrd="0" presId="urn:microsoft.com/office/officeart/2008/layout/LinedList"/>
    <dgm:cxn modelId="{F3BB7F3A-3DBA-4593-8757-59CD3E7FD07D}" type="presParOf" srcId="{04E39898-D6FD-44C9-84B7-DA18FA625CFF}" destId="{5D5CE114-80AA-4588-82D5-5417B0ABDEEA}" srcOrd="23" destOrd="0" presId="urn:microsoft.com/office/officeart/2008/layout/LinedList"/>
    <dgm:cxn modelId="{1D315D14-940B-47DA-BA4F-7A8416715366}" type="presParOf" srcId="{5D5CE114-80AA-4588-82D5-5417B0ABDEEA}" destId="{FE26CBED-E227-427C-8B0E-6FD5FC6367A8}" srcOrd="0" destOrd="0" presId="urn:microsoft.com/office/officeart/2008/layout/LinedList"/>
    <dgm:cxn modelId="{E7390FFE-F3DC-46F4-9270-992DE4FA354E}" type="presParOf" srcId="{5D5CE114-80AA-4588-82D5-5417B0ABDEEA}" destId="{751EDEE9-687F-47A2-BFA1-5B406FAD838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87D89-9679-4E5D-BB71-1E79C48CD4C8}">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7DBEB-5F33-425E-837D-8796DB872D23}">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C61ABB-92E7-4B83-B34D-59D1C17C587C}">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Machine Learning / AI Algorithms Used</a:t>
          </a:r>
          <a:endParaRPr lang="en-US" sz="1900" kern="1200"/>
        </a:p>
      </dsp:txBody>
      <dsp:txXfrm>
        <a:off x="1172126" y="908559"/>
        <a:ext cx="2114937" cy="897246"/>
      </dsp:txXfrm>
    </dsp:sp>
    <dsp:sp modelId="{CCE0A16E-33AC-4D82-A65F-2C97B54A0702}">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21518-8F38-4FF5-B751-9E9AFF9E6F54}">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0D26A6-AFB3-4DC6-9CDD-98843B6C2A24}">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Face Detection: MTCNN / RetinaFace</a:t>
          </a:r>
          <a:endParaRPr lang="en-US" sz="1900" kern="1200"/>
        </a:p>
      </dsp:txBody>
      <dsp:txXfrm>
        <a:off x="4745088" y="908559"/>
        <a:ext cx="2114937" cy="897246"/>
      </dsp:txXfrm>
    </dsp:sp>
    <dsp:sp modelId="{08446832-9FF0-4FD0-8DE4-6100EAC0B22A}">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831894-5A6B-4093-A39F-4BACB9B2F978}">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D670F2-94C4-441F-A499-173DF01CFF18}">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Face Embedding: ArcFace (InsightFace)</a:t>
          </a:r>
          <a:endParaRPr lang="en-US" sz="1900" kern="1200"/>
        </a:p>
      </dsp:txBody>
      <dsp:txXfrm>
        <a:off x="8318049" y="908559"/>
        <a:ext cx="2114937" cy="897246"/>
      </dsp:txXfrm>
    </dsp:sp>
    <dsp:sp modelId="{24428B60-6A54-4986-B11A-EBAF1852F42B}">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3AEEC2-5D40-46FA-9507-0EB8C9CFE956}">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8097CD-74B7-4FEF-8194-3F89AC625496}">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Similarity Search: FAISS / pgvector</a:t>
          </a:r>
          <a:endParaRPr lang="en-US" sz="1900" kern="1200"/>
        </a:p>
      </dsp:txBody>
      <dsp:txXfrm>
        <a:off x="1172126" y="2545532"/>
        <a:ext cx="2114937" cy="897246"/>
      </dsp:txXfrm>
    </dsp:sp>
    <dsp:sp modelId="{9FD7DCDC-7F90-4706-AEAE-9A0E47B04D97}">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E32DC-EE86-4909-B484-4142A38F15BB}">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1530E2-CC06-41A7-A175-3FF6654B44AA}">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Clustering (Future): K‑Means / DBSCAN</a:t>
          </a:r>
          <a:endParaRPr lang="en-US" sz="1900" kern="1200"/>
        </a:p>
      </dsp:txBody>
      <dsp:txXfrm>
        <a:off x="4745088" y="2545532"/>
        <a:ext cx="2114937" cy="897246"/>
      </dsp:txXfrm>
    </dsp:sp>
    <dsp:sp modelId="{AF1A4E08-282B-4255-B568-B80C982C0C5F}">
      <dsp:nvSpPr>
        <dsp:cNvPr id="0" name=""/>
        <dsp:cNvSpPr/>
      </dsp:nvSpPr>
      <dsp:spPr>
        <a:xfrm>
          <a:off x="7228536"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623697-4590-4F76-B3E3-9CA000EEF29D}">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F7FA8C-D2BA-45F1-A59E-C9E0E8E21623}">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a:t>Pattern Recognition: Deep Learning CNNs</a:t>
          </a:r>
          <a:endParaRPr lang="en-US" sz="1900" kern="1200"/>
        </a:p>
      </dsp:txBody>
      <dsp:txXfrm>
        <a:off x="8318049" y="2545532"/>
        <a:ext cx="2114937" cy="897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97F535-022D-4FD6-8028-700907DA0EC3}">
      <dsp:nvSpPr>
        <dsp:cNvPr id="0" name=""/>
        <dsp:cNvSpPr/>
      </dsp:nvSpPr>
      <dsp:spPr>
        <a:xfrm>
          <a:off x="0" y="212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91F3B8-FFC6-4638-B6E2-9B67845372B3}">
      <dsp:nvSpPr>
        <dsp:cNvPr id="0" name=""/>
        <dsp:cNvSpPr/>
      </dsp:nvSpPr>
      <dsp:spPr>
        <a:xfrm>
          <a:off x="0" y="2124"/>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What Went Well</a:t>
          </a:r>
          <a:endParaRPr lang="en-US" sz="1600" kern="1200"/>
        </a:p>
      </dsp:txBody>
      <dsp:txXfrm>
        <a:off x="0" y="2124"/>
        <a:ext cx="10515600" cy="362257"/>
      </dsp:txXfrm>
    </dsp:sp>
    <dsp:sp modelId="{829BB2C2-7D9A-41CF-8BBC-82F22BACAF20}">
      <dsp:nvSpPr>
        <dsp:cNvPr id="0" name=""/>
        <dsp:cNvSpPr/>
      </dsp:nvSpPr>
      <dsp:spPr>
        <a:xfrm>
          <a:off x="0" y="36438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15AAAA-536D-4F6D-9F27-C9628B275B4F}">
      <dsp:nvSpPr>
        <dsp:cNvPr id="0" name=""/>
        <dsp:cNvSpPr/>
      </dsp:nvSpPr>
      <dsp:spPr>
        <a:xfrm>
          <a:off x="0" y="364382"/>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Clear understanding of project vision</a:t>
          </a:r>
        </a:p>
      </dsp:txBody>
      <dsp:txXfrm>
        <a:off x="0" y="364382"/>
        <a:ext cx="10515600" cy="362257"/>
      </dsp:txXfrm>
    </dsp:sp>
    <dsp:sp modelId="{7F1C9BD8-9717-41C9-9394-AEE36A51B958}">
      <dsp:nvSpPr>
        <dsp:cNvPr id="0" name=""/>
        <dsp:cNvSpPr/>
      </dsp:nvSpPr>
      <dsp:spPr>
        <a:xfrm>
          <a:off x="0" y="72663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FC4609-7EE7-4994-B3F4-B7D62C0105DC}">
      <dsp:nvSpPr>
        <dsp:cNvPr id="0" name=""/>
        <dsp:cNvSpPr/>
      </dsp:nvSpPr>
      <dsp:spPr>
        <a:xfrm>
          <a:off x="0" y="726639"/>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Roles assigned effectively</a:t>
          </a:r>
        </a:p>
      </dsp:txBody>
      <dsp:txXfrm>
        <a:off x="0" y="726639"/>
        <a:ext cx="10515600" cy="362257"/>
      </dsp:txXfrm>
    </dsp:sp>
    <dsp:sp modelId="{E46839BF-D469-46D2-9ED5-45B103CC5838}">
      <dsp:nvSpPr>
        <dsp:cNvPr id="0" name=""/>
        <dsp:cNvSpPr/>
      </dsp:nvSpPr>
      <dsp:spPr>
        <a:xfrm>
          <a:off x="0" y="108889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71F520-DB06-4C2B-8ED9-2F52A6DECD78}">
      <dsp:nvSpPr>
        <dsp:cNvPr id="0" name=""/>
        <dsp:cNvSpPr/>
      </dsp:nvSpPr>
      <dsp:spPr>
        <a:xfrm>
          <a:off x="0" y="1088896"/>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Strong alignment on architecture</a:t>
          </a:r>
        </a:p>
      </dsp:txBody>
      <dsp:txXfrm>
        <a:off x="0" y="1088896"/>
        <a:ext cx="10515600" cy="362257"/>
      </dsp:txXfrm>
    </dsp:sp>
    <dsp:sp modelId="{5EE9BC06-8854-4AAD-ADDD-A1B40CF3797A}">
      <dsp:nvSpPr>
        <dsp:cNvPr id="0" name=""/>
        <dsp:cNvSpPr/>
      </dsp:nvSpPr>
      <dsp:spPr>
        <a:xfrm>
          <a:off x="0" y="145115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E66210-FFA9-41B5-A703-5F1CB0C4110B}">
      <dsp:nvSpPr>
        <dsp:cNvPr id="0" name=""/>
        <dsp:cNvSpPr/>
      </dsp:nvSpPr>
      <dsp:spPr>
        <a:xfrm>
          <a:off x="0" y="1451154"/>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Good communication setup</a:t>
          </a:r>
        </a:p>
      </dsp:txBody>
      <dsp:txXfrm>
        <a:off x="0" y="1451154"/>
        <a:ext cx="10515600" cy="362257"/>
      </dsp:txXfrm>
    </dsp:sp>
    <dsp:sp modelId="{F41919FB-1227-4636-B3C9-A6E5A62B9073}">
      <dsp:nvSpPr>
        <dsp:cNvPr id="0" name=""/>
        <dsp:cNvSpPr/>
      </dsp:nvSpPr>
      <dsp:spPr>
        <a:xfrm>
          <a:off x="0" y="181341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818D0D-12E3-47DA-B643-1739BCCAD8CB}">
      <dsp:nvSpPr>
        <dsp:cNvPr id="0" name=""/>
        <dsp:cNvSpPr/>
      </dsp:nvSpPr>
      <dsp:spPr>
        <a:xfrm>
          <a:off x="0" y="1813411"/>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What Can Be Improved</a:t>
          </a:r>
          <a:endParaRPr lang="en-US" sz="1600" kern="1200"/>
        </a:p>
      </dsp:txBody>
      <dsp:txXfrm>
        <a:off x="0" y="1813411"/>
        <a:ext cx="10515600" cy="362257"/>
      </dsp:txXfrm>
    </dsp:sp>
    <dsp:sp modelId="{9CDC0619-A41F-4110-B0FE-392F8FBA6D03}">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ECB892-497A-4B76-836F-9DB18BFBA185}">
      <dsp:nvSpPr>
        <dsp:cNvPr id="0" name=""/>
        <dsp:cNvSpPr/>
      </dsp:nvSpPr>
      <dsp:spPr>
        <a:xfrm>
          <a:off x="0" y="2175669"/>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Need more clarity on data flow diagrams</a:t>
          </a:r>
        </a:p>
      </dsp:txBody>
      <dsp:txXfrm>
        <a:off x="0" y="2175669"/>
        <a:ext cx="10515600" cy="362257"/>
      </dsp:txXfrm>
    </dsp:sp>
    <dsp:sp modelId="{E2741BEB-65FC-44DE-A5CA-21EA5DE6BA63}">
      <dsp:nvSpPr>
        <dsp:cNvPr id="0" name=""/>
        <dsp:cNvSpPr/>
      </dsp:nvSpPr>
      <dsp:spPr>
        <a:xfrm>
          <a:off x="0" y="253792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1C487E-B59A-4618-A630-B9B9A11BEB14}">
      <dsp:nvSpPr>
        <dsp:cNvPr id="0" name=""/>
        <dsp:cNvSpPr/>
      </dsp:nvSpPr>
      <dsp:spPr>
        <a:xfrm>
          <a:off x="0" y="2537926"/>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Improve time estimation accuracy</a:t>
          </a:r>
        </a:p>
      </dsp:txBody>
      <dsp:txXfrm>
        <a:off x="0" y="2537926"/>
        <a:ext cx="10515600" cy="362257"/>
      </dsp:txXfrm>
    </dsp:sp>
    <dsp:sp modelId="{731FE272-ED14-443E-B2FE-30EC94DE3BEB}">
      <dsp:nvSpPr>
        <dsp:cNvPr id="0" name=""/>
        <dsp:cNvSpPr/>
      </dsp:nvSpPr>
      <dsp:spPr>
        <a:xfrm>
          <a:off x="0" y="290018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8790E1-85FB-4B7A-B3CF-0C68D9F42B30}">
      <dsp:nvSpPr>
        <dsp:cNvPr id="0" name=""/>
        <dsp:cNvSpPr/>
      </dsp:nvSpPr>
      <dsp:spPr>
        <a:xfrm>
          <a:off x="0" y="2900183"/>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Actions for Next Sprint</a:t>
          </a:r>
          <a:endParaRPr lang="en-US" sz="1600" kern="1200"/>
        </a:p>
      </dsp:txBody>
      <dsp:txXfrm>
        <a:off x="0" y="2900183"/>
        <a:ext cx="10515600" cy="362257"/>
      </dsp:txXfrm>
    </dsp:sp>
    <dsp:sp modelId="{35B706D0-1CB7-4AF2-B25C-05839FBCC488}">
      <dsp:nvSpPr>
        <dsp:cNvPr id="0" name=""/>
        <dsp:cNvSpPr/>
      </dsp:nvSpPr>
      <dsp:spPr>
        <a:xfrm>
          <a:off x="0" y="326244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C94F38-6804-4495-B2E7-B61631B9CEC3}">
      <dsp:nvSpPr>
        <dsp:cNvPr id="0" name=""/>
        <dsp:cNvSpPr/>
      </dsp:nvSpPr>
      <dsp:spPr>
        <a:xfrm>
          <a:off x="0" y="3262441"/>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Create detailed architecture diagrams</a:t>
          </a:r>
        </a:p>
      </dsp:txBody>
      <dsp:txXfrm>
        <a:off x="0" y="3262441"/>
        <a:ext cx="10515600" cy="362257"/>
      </dsp:txXfrm>
    </dsp:sp>
    <dsp:sp modelId="{D335F352-5CF2-4F43-9E7A-8C93968F4C23}">
      <dsp:nvSpPr>
        <dsp:cNvPr id="0" name=""/>
        <dsp:cNvSpPr/>
      </dsp:nvSpPr>
      <dsp:spPr>
        <a:xfrm>
          <a:off x="0" y="362469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52A8C8-40B4-4289-9BBD-57350E812455}">
      <dsp:nvSpPr>
        <dsp:cNvPr id="0" name=""/>
        <dsp:cNvSpPr/>
      </dsp:nvSpPr>
      <dsp:spPr>
        <a:xfrm>
          <a:off x="0" y="3624698"/>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Build initial FastAPI + Next.js skeleton</a:t>
          </a:r>
        </a:p>
      </dsp:txBody>
      <dsp:txXfrm>
        <a:off x="0" y="3624698"/>
        <a:ext cx="10515600" cy="362257"/>
      </dsp:txXfrm>
    </dsp:sp>
    <dsp:sp modelId="{F4568597-B6D6-4191-B40A-30E96B888A9E}">
      <dsp:nvSpPr>
        <dsp:cNvPr id="0" name=""/>
        <dsp:cNvSpPr/>
      </dsp:nvSpPr>
      <dsp:spPr>
        <a:xfrm>
          <a:off x="0" y="398695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26CBED-E227-427C-8B0E-6FD5FC6367A8}">
      <dsp:nvSpPr>
        <dsp:cNvPr id="0" name=""/>
        <dsp:cNvSpPr/>
      </dsp:nvSpPr>
      <dsp:spPr>
        <a:xfrm>
          <a:off x="0" y="3986955"/>
          <a:ext cx="10515600" cy="362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These become Sprint 1 backlog items</a:t>
          </a:r>
        </a:p>
      </dsp:txBody>
      <dsp:txXfrm>
        <a:off x="0" y="3986955"/>
        <a:ext cx="10515600" cy="36225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6F601-57FE-4EDD-8F0C-1F011C19717A}"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76A28-1755-4E21-A66E-9E2BB96DD7B1}" type="slidenum">
              <a:rPr lang="en-IN" smtClean="0"/>
              <a:t>‹#›</a:t>
            </a:fld>
            <a:endParaRPr lang="en-IN"/>
          </a:p>
        </p:txBody>
      </p:sp>
    </p:spTree>
    <p:extLst>
      <p:ext uri="{BB962C8B-B14F-4D97-AF65-F5344CB8AC3E}">
        <p14:creationId xmlns:p14="http://schemas.microsoft.com/office/powerpoint/2010/main" val="327108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D76A28-1755-4E21-A66E-9E2BB96DD7B1}" type="slidenum">
              <a:rPr lang="en-IN" smtClean="0"/>
              <a:t>9</a:t>
            </a:fld>
            <a:endParaRPr lang="en-IN"/>
          </a:p>
        </p:txBody>
      </p:sp>
    </p:spTree>
    <p:extLst>
      <p:ext uri="{BB962C8B-B14F-4D97-AF65-F5344CB8AC3E}">
        <p14:creationId xmlns:p14="http://schemas.microsoft.com/office/powerpoint/2010/main" val="961916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2633-5C1A-52CF-CB4C-ADCE1C9CA8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03DA97-C356-7C87-2E1C-1DD12F308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C935A4-66EB-BF90-453E-A4CC0A298C81}"/>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6D01304F-F6A4-C4CF-E077-843E9C5A66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A1109-F619-7E43-25ED-E9004A2149CD}"/>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3004373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3ECDC-8819-952D-44A7-F7998EBB2A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69F892-FFF9-C99A-4A53-C740E880FC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3CDA3F-93C2-B7FF-9063-F55EB9C7B6CB}"/>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79C5255C-2BB5-1D57-073B-8F0EB97516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E01D4-53CF-5BBC-F5E7-4215096C2074}"/>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20366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BA3F-A48A-7DE6-8312-1529B2ABD103}"/>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5CDF05-0E87-B321-3FE4-32A807D6EF84}"/>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4AE305-163A-0E4F-1656-0F2B4A344159}"/>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A8F5B207-70E2-1550-BEB7-E5D50656D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356BB-78D3-D5DB-A5F6-9E39B69A6D1F}"/>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206040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6F13-4F81-6314-6947-2CFB292706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3F8CA3-5CE0-8121-111F-E4DF2BFA30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0BE669-BE9D-B1F4-38D3-8713D1A1E2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A06EF6-4422-85BA-9A94-723F2F3766CD}"/>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6" name="Footer Placeholder 5">
            <a:extLst>
              <a:ext uri="{FF2B5EF4-FFF2-40B4-BE49-F238E27FC236}">
                <a16:creationId xmlns:a16="http://schemas.microsoft.com/office/drawing/2014/main" id="{DA9063B2-F0AF-8BC7-8813-312B22023F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FE7978-5CB2-B339-7600-1BA4AFA13C3F}"/>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3181245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3AD5-DDF1-F10A-8605-0F317086592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39D75F-2852-6BB7-B0B5-919ABF5F8B51}"/>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C49D7E-3EF2-6A0A-7ECA-AA3193E2579F}"/>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F27B4F-0555-33DA-8951-30CEE635FBFF}"/>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CCE415-C14F-E32B-02E2-EE20FF122420}"/>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8A3206-B304-A19A-1CB5-B50D1CC38584}"/>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8" name="Footer Placeholder 7">
            <a:extLst>
              <a:ext uri="{FF2B5EF4-FFF2-40B4-BE49-F238E27FC236}">
                <a16:creationId xmlns:a16="http://schemas.microsoft.com/office/drawing/2014/main" id="{40C26453-3AE1-8E04-F884-1CD55F8114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77D021-4331-BED4-F6A2-4903C73BC820}"/>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384144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91A1-A325-1171-2D30-99A6743335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594E90-4E9C-614D-671E-96DF95730A42}"/>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4" name="Footer Placeholder 3">
            <a:extLst>
              <a:ext uri="{FF2B5EF4-FFF2-40B4-BE49-F238E27FC236}">
                <a16:creationId xmlns:a16="http://schemas.microsoft.com/office/drawing/2014/main" id="{0EBEAD34-F618-AB85-C88E-DEA34CD988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458367-8BB4-B142-49EB-ACAC2102159F}"/>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1732689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0A2B27-E650-A58F-043F-F6F80549CFB9}"/>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3" name="Footer Placeholder 2">
            <a:extLst>
              <a:ext uri="{FF2B5EF4-FFF2-40B4-BE49-F238E27FC236}">
                <a16:creationId xmlns:a16="http://schemas.microsoft.com/office/drawing/2014/main" id="{708E1917-8C5C-00A0-01C5-5F3E928632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30E827-830C-EB52-FDF2-F048FD696EED}"/>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10810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1992-67C3-C45F-952B-4A42C5B84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C2D63C-E38C-9C70-27B3-6EC56190B19E}"/>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1B9E5A-2DAF-08B9-8EBD-371E0C6921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73257A-5A29-4B69-F1AD-E4ADA51F75F8}"/>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6" name="Footer Placeholder 5">
            <a:extLst>
              <a:ext uri="{FF2B5EF4-FFF2-40B4-BE49-F238E27FC236}">
                <a16:creationId xmlns:a16="http://schemas.microsoft.com/office/drawing/2014/main" id="{985483F0-7E02-4CD0-F30C-AC0A93E63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7F2DD2-3B20-1777-0465-72041A111F5E}"/>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529411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60382-5093-04C5-3A11-CD096B5CDD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C0B80E-2216-DA1D-445B-7B48009DEC8C}"/>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E501A4-1925-8F84-41A3-9AE8BDD4A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B5A015-2A78-FEFC-E882-B2C61412179B}"/>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6" name="Footer Placeholder 5">
            <a:extLst>
              <a:ext uri="{FF2B5EF4-FFF2-40B4-BE49-F238E27FC236}">
                <a16:creationId xmlns:a16="http://schemas.microsoft.com/office/drawing/2014/main" id="{2E5BB5B3-01E7-058A-9213-D113AB76A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19332-4AFC-4C7D-8BFE-F647D072710C}"/>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1517412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4C884-8CA7-019D-6BDB-28C0FDA364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A0F8E3-ED8E-9FBC-AE0F-DB64AD0D2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BDBD7-2F5F-8E15-7C3D-FDB0320FCC5E}"/>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996F8ABA-CA9E-2D35-2AFA-0697183CD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534A2-DFD4-A1CA-F6CB-A9AAAEEA843B}"/>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127817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ADFA66-E02E-AEC5-2860-054418EA98B0}"/>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BCFD5F-7398-A2B9-2C85-3C975DD834E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942789-DD48-4341-A691-A485A80AC82B}"/>
              </a:ext>
            </a:extLst>
          </p:cNvPr>
          <p:cNvSpPr>
            <a:spLocks noGrp="1"/>
          </p:cNvSpPr>
          <p:nvPr>
            <p:ph type="dt" sz="half" idx="10"/>
          </p:nvPr>
        </p:nvSpPr>
        <p:spPr/>
        <p:txBody>
          <a:body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8A48D482-58A2-3DD7-92B3-E81A71316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5DA296-2A63-2CBD-40EA-D4D4A3CC4EB4}"/>
              </a:ext>
            </a:extLst>
          </p:cNvPr>
          <p:cNvSpPr>
            <a:spLocks noGrp="1"/>
          </p:cNvSpPr>
          <p:nvPr>
            <p:ph type="sldNum" sz="quarter" idx="12"/>
          </p:nvPr>
        </p:nvSpPr>
        <p:spPr/>
        <p:txBody>
          <a:bodyPr/>
          <a:lstStyle/>
          <a:p>
            <a:fld id="{ABABF403-33FD-42F6-B878-265F0ECD8771}" type="slidenum">
              <a:rPr lang="en-US" smtClean="0"/>
              <a:t>‹#›</a:t>
            </a:fld>
            <a:endParaRPr lang="en-US"/>
          </a:p>
        </p:txBody>
      </p:sp>
    </p:spTree>
    <p:extLst>
      <p:ext uri="{BB962C8B-B14F-4D97-AF65-F5344CB8AC3E}">
        <p14:creationId xmlns:p14="http://schemas.microsoft.com/office/powerpoint/2010/main" val="267781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10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3FFA06-A8D0-FC17-3B12-E06C4571DEFD}"/>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D0F3CB-632D-1462-5487-2021CF3F1A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8AFEE-21F1-5153-DA52-80273F08C2E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A422D3-060F-4E2E-859B-07F28653C861}" type="datetimeFigureOut">
              <a:rPr lang="en-US" smtClean="0"/>
              <a:t>2/17/2026</a:t>
            </a:fld>
            <a:endParaRPr lang="en-US"/>
          </a:p>
        </p:txBody>
      </p:sp>
      <p:sp>
        <p:nvSpPr>
          <p:cNvPr id="5" name="Footer Placeholder 4">
            <a:extLst>
              <a:ext uri="{FF2B5EF4-FFF2-40B4-BE49-F238E27FC236}">
                <a16:creationId xmlns:a16="http://schemas.microsoft.com/office/drawing/2014/main" id="{DADC2DA2-9690-C399-8928-B89DDBBA4A05}"/>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91D048-4A35-49ED-1DE4-43A35D83E636}"/>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F403-33FD-42F6-B878-265F0ECD8771}" type="slidenum">
              <a:rPr lang="en-US" smtClean="0"/>
              <a:t>‹#›</a:t>
            </a:fld>
            <a:endParaRPr lang="en-US"/>
          </a:p>
        </p:txBody>
      </p:sp>
    </p:spTree>
    <p:extLst>
      <p:ext uri="{BB962C8B-B14F-4D97-AF65-F5344CB8AC3E}">
        <p14:creationId xmlns:p14="http://schemas.microsoft.com/office/powerpoint/2010/main" val="1426970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JashBerawala/Pace-Project-Team7/wik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2">
            <a:extLst>
              <a:ext uri="{FF2B5EF4-FFF2-40B4-BE49-F238E27FC236}">
                <a16:creationId xmlns:a16="http://schemas.microsoft.com/office/drawing/2014/main" id="{D942900E-18B2-19DA-AE0A-CEB5854FBDEC}"/>
              </a:ext>
            </a:extLst>
          </p:cNvPr>
          <p:cNvPicPr/>
          <p:nvPr/>
        </p:nvPicPr>
        <p:blipFill>
          <a:blip r:embed="rId2" cstate="print"/>
          <a:stretch>
            <a:fillRect/>
          </a:stretch>
        </p:blipFill>
        <p:spPr>
          <a:xfrm>
            <a:off x="-3047999" y="-1714499"/>
            <a:ext cx="18287999" cy="10286999"/>
          </a:xfrm>
          <a:prstGeom prst="rect">
            <a:avLst/>
          </a:prstGeom>
        </p:spPr>
      </p:pic>
    </p:spTree>
    <p:extLst>
      <p:ext uri="{BB962C8B-B14F-4D97-AF65-F5344CB8AC3E}">
        <p14:creationId xmlns:p14="http://schemas.microsoft.com/office/powerpoint/2010/main" val="107137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3"/>
            <a:ext cx="12192000" cy="3561989"/>
            <a:chOff x="0" y="3296011"/>
            <a:chExt cx="12192000" cy="3561989"/>
          </a:xfrm>
          <a:effectLst>
            <a:outerShdw blurRad="254000" dist="152400" dir="16200000" rotWithShape="0">
              <a:prstClr val="black">
                <a:alpha val="10000"/>
              </a:prstClr>
            </a:outerShdw>
          </a:effectLst>
        </p:grpSpPr>
        <p:grpSp>
          <p:nvGrpSpPr>
            <p:cNvPr id="20" name="Group 1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2" name="Group 2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4" name="TextBox 3">
            <a:extLst>
              <a:ext uri="{FF2B5EF4-FFF2-40B4-BE49-F238E27FC236}">
                <a16:creationId xmlns:a16="http://schemas.microsoft.com/office/drawing/2014/main" id="{1F04AF10-5658-FBEC-BC92-23D2EA3C575E}"/>
              </a:ext>
            </a:extLst>
          </p:cNvPr>
          <p:cNvSpPr txBox="1"/>
          <p:nvPr/>
        </p:nvSpPr>
        <p:spPr>
          <a:xfrm>
            <a:off x="2540000" y="947993"/>
            <a:ext cx="6797040" cy="2862322"/>
          </a:xfrm>
          <a:prstGeom prst="rect">
            <a:avLst/>
          </a:prstGeom>
          <a:noFill/>
        </p:spPr>
        <p:txBody>
          <a:bodyPr wrap="square" rtlCol="0">
            <a:spAutoFit/>
          </a:bodyPr>
          <a:lstStyle/>
          <a:p>
            <a:pPr algn="ctr"/>
            <a:r>
              <a:rPr lang="en-US" sz="7200" b="1" dirty="0">
                <a:solidFill>
                  <a:schemeClr val="bg1"/>
                </a:solidFill>
              </a:rPr>
              <a:t>FaceFind </a:t>
            </a:r>
          </a:p>
          <a:p>
            <a:pPr algn="ctr"/>
            <a:endParaRPr lang="en-US" sz="3600" b="1" dirty="0">
              <a:solidFill>
                <a:schemeClr val="bg1"/>
              </a:solidFill>
            </a:endParaRPr>
          </a:p>
          <a:p>
            <a:pPr algn="ctr"/>
            <a:r>
              <a:rPr lang="en-US" sz="3600" b="1" dirty="0">
                <a:solidFill>
                  <a:schemeClr val="bg1"/>
                </a:solidFill>
              </a:rPr>
              <a:t> AI-Powered Event Photo Discovery</a:t>
            </a:r>
          </a:p>
        </p:txBody>
      </p:sp>
      <p:cxnSp>
        <p:nvCxnSpPr>
          <p:cNvPr id="6" name="Straight Connector 5">
            <a:extLst>
              <a:ext uri="{FF2B5EF4-FFF2-40B4-BE49-F238E27FC236}">
                <a16:creationId xmlns:a16="http://schemas.microsoft.com/office/drawing/2014/main" id="{A2FFA742-237A-DBA7-8052-400EFEC7AA24}"/>
              </a:ext>
            </a:extLst>
          </p:cNvPr>
          <p:cNvCxnSpPr>
            <a:cxnSpLocks/>
          </p:cNvCxnSpPr>
          <p:nvPr/>
        </p:nvCxnSpPr>
        <p:spPr>
          <a:xfrm>
            <a:off x="2540000" y="2389799"/>
            <a:ext cx="667512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D66DA06-AF1D-9CA7-8E9C-7244865934C0}"/>
              </a:ext>
            </a:extLst>
          </p:cNvPr>
          <p:cNvSpPr txBox="1"/>
          <p:nvPr/>
        </p:nvSpPr>
        <p:spPr>
          <a:xfrm>
            <a:off x="4133309" y="4000686"/>
            <a:ext cx="3159760" cy="1077218"/>
          </a:xfrm>
          <a:prstGeom prst="rect">
            <a:avLst/>
          </a:prstGeom>
          <a:noFill/>
        </p:spPr>
        <p:txBody>
          <a:bodyPr wrap="square" rtlCol="0">
            <a:spAutoFit/>
          </a:bodyPr>
          <a:lstStyle/>
          <a:p>
            <a:pPr algn="ctr"/>
            <a:r>
              <a:rPr lang="en-US" sz="3200" b="1" dirty="0">
                <a:solidFill>
                  <a:schemeClr val="bg1"/>
                </a:solidFill>
              </a:rPr>
              <a:t>CS 691</a:t>
            </a:r>
          </a:p>
          <a:p>
            <a:endParaRPr lang="en-US" sz="3200" b="1" dirty="0"/>
          </a:p>
        </p:txBody>
      </p:sp>
      <p:sp>
        <p:nvSpPr>
          <p:cNvPr id="2" name="TextBox 1">
            <a:extLst>
              <a:ext uri="{FF2B5EF4-FFF2-40B4-BE49-F238E27FC236}">
                <a16:creationId xmlns:a16="http://schemas.microsoft.com/office/drawing/2014/main" id="{52CC59AE-19B3-3D5C-D726-E30519E8F16E}"/>
              </a:ext>
            </a:extLst>
          </p:cNvPr>
          <p:cNvSpPr txBox="1"/>
          <p:nvPr/>
        </p:nvSpPr>
        <p:spPr>
          <a:xfrm>
            <a:off x="4972858" y="4975887"/>
            <a:ext cx="1480662" cy="584775"/>
          </a:xfrm>
          <a:prstGeom prst="rect">
            <a:avLst/>
          </a:prstGeom>
          <a:noFill/>
        </p:spPr>
        <p:txBody>
          <a:bodyPr wrap="none" rtlCol="0">
            <a:spAutoFit/>
          </a:bodyPr>
          <a:lstStyle/>
          <a:p>
            <a:r>
              <a:rPr lang="en-IN" sz="3200" b="1" dirty="0">
                <a:solidFill>
                  <a:schemeClr val="bg1">
                    <a:lumMod val="85000"/>
                  </a:schemeClr>
                </a:solidFill>
              </a:rPr>
              <a:t>Team 7</a:t>
            </a:r>
          </a:p>
        </p:txBody>
      </p:sp>
    </p:spTree>
    <p:extLst>
      <p:ext uri="{BB962C8B-B14F-4D97-AF65-F5344CB8AC3E}">
        <p14:creationId xmlns:p14="http://schemas.microsoft.com/office/powerpoint/2010/main" val="1376280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4" name="TextBox 3">
            <a:extLst>
              <a:ext uri="{FF2B5EF4-FFF2-40B4-BE49-F238E27FC236}">
                <a16:creationId xmlns:a16="http://schemas.microsoft.com/office/drawing/2014/main" id="{09D01256-B7F4-BBF2-E699-0E39C0E5E9DF}"/>
              </a:ext>
            </a:extLst>
          </p:cNvPr>
          <p:cNvSpPr txBox="1"/>
          <p:nvPr/>
        </p:nvSpPr>
        <p:spPr>
          <a:xfrm>
            <a:off x="838200" y="713312"/>
            <a:ext cx="4038600" cy="543137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kern="1200" dirty="0">
                <a:solidFill>
                  <a:schemeClr val="tx1"/>
                </a:solidFill>
                <a:latin typeface="+mj-lt"/>
                <a:ea typeface="+mj-ea"/>
                <a:cs typeface="+mj-cs"/>
              </a:rPr>
              <a:t>AGENDA</a:t>
            </a:r>
          </a:p>
          <a:p>
            <a:pPr>
              <a:lnSpc>
                <a:spcPct val="90000"/>
              </a:lnSpc>
              <a:spcBef>
                <a:spcPct val="0"/>
              </a:spcBef>
              <a:spcAft>
                <a:spcPts val="600"/>
              </a:spcAft>
            </a:pPr>
            <a:endParaRPr lang="en-US" sz="5400" kern="1200" dirty="0">
              <a:solidFill>
                <a:schemeClr val="tx1"/>
              </a:solidFill>
              <a:latin typeface="+mj-lt"/>
              <a:ea typeface="+mj-ea"/>
              <a:cs typeface="+mj-cs"/>
            </a:endParaRPr>
          </a:p>
        </p:txBody>
      </p:sp>
      <p:sp>
        <p:nvSpPr>
          <p:cNvPr id="6" name="Rectangle 1">
            <a:extLst>
              <a:ext uri="{FF2B5EF4-FFF2-40B4-BE49-F238E27FC236}">
                <a16:creationId xmlns:a16="http://schemas.microsoft.com/office/drawing/2014/main" id="{10A628E4-EB01-8A6D-6C3A-63543DD68D48}"/>
              </a:ext>
            </a:extLst>
          </p:cNvPr>
          <p:cNvSpPr>
            <a:spLocks noChangeArrowheads="1"/>
          </p:cNvSpPr>
          <p:nvPr/>
        </p:nvSpPr>
        <p:spPr bwMode="auto">
          <a:xfrm>
            <a:off x="4984955" y="713313"/>
            <a:ext cx="6823587" cy="54313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285750" indent="-514350" fontAlgn="base">
              <a:lnSpc>
                <a:spcPct val="90000"/>
              </a:lnSpc>
              <a:spcBef>
                <a:spcPct val="0"/>
              </a:spcBef>
              <a:spcAft>
                <a:spcPts val="600"/>
              </a:spcAft>
              <a:buFont typeface="+mj-lt"/>
              <a:buAutoNum type="arabicPeriod"/>
            </a:pPr>
            <a:r>
              <a:rPr lang="en-US" altLang="en-US" sz="2800" dirty="0"/>
              <a:t>Team Member Roles &amp; Responsibilities </a:t>
            </a:r>
          </a:p>
          <a:p>
            <a:pPr marL="285750" indent="-514350" fontAlgn="base">
              <a:lnSpc>
                <a:spcPct val="90000"/>
              </a:lnSpc>
              <a:spcBef>
                <a:spcPct val="0"/>
              </a:spcBef>
              <a:spcAft>
                <a:spcPts val="600"/>
              </a:spcAft>
              <a:buFont typeface="+mj-lt"/>
              <a:buAutoNum type="arabicPeriod"/>
            </a:pPr>
            <a:r>
              <a:rPr lang="en-US" altLang="en-US" sz="2800" dirty="0"/>
              <a:t>Problem Statement &amp; Hypothesis </a:t>
            </a:r>
          </a:p>
          <a:p>
            <a:pPr marL="285750" indent="-514350" fontAlgn="base">
              <a:lnSpc>
                <a:spcPct val="90000"/>
              </a:lnSpc>
              <a:spcBef>
                <a:spcPct val="0"/>
              </a:spcBef>
              <a:spcAft>
                <a:spcPts val="600"/>
              </a:spcAft>
              <a:buFont typeface="+mj-lt"/>
              <a:buAutoNum type="arabicPeriod"/>
            </a:pPr>
            <a:r>
              <a:rPr lang="en-US" altLang="en-US" sz="2800" dirty="0"/>
              <a:t>Project Description </a:t>
            </a:r>
          </a:p>
          <a:p>
            <a:pPr marL="285750" indent="-514350" fontAlgn="base">
              <a:lnSpc>
                <a:spcPct val="90000"/>
              </a:lnSpc>
              <a:spcBef>
                <a:spcPct val="0"/>
              </a:spcBef>
              <a:spcAft>
                <a:spcPts val="600"/>
              </a:spcAft>
              <a:buFont typeface="+mj-lt"/>
              <a:buAutoNum type="arabicPeriod"/>
            </a:pPr>
            <a:r>
              <a:rPr lang="en-US" altLang="en-US" sz="2800" dirty="0"/>
              <a:t>Personas </a:t>
            </a:r>
          </a:p>
          <a:p>
            <a:pPr marL="285750" indent="-514350" fontAlgn="base">
              <a:lnSpc>
                <a:spcPct val="90000"/>
              </a:lnSpc>
              <a:spcBef>
                <a:spcPct val="0"/>
              </a:spcBef>
              <a:spcAft>
                <a:spcPts val="600"/>
              </a:spcAft>
              <a:buFont typeface="+mj-lt"/>
              <a:buAutoNum type="arabicPeriod"/>
            </a:pPr>
            <a:r>
              <a:rPr lang="en-US" altLang="en-US" sz="2800" dirty="0"/>
              <a:t>Technologies </a:t>
            </a:r>
          </a:p>
          <a:p>
            <a:pPr marL="285750" indent="-514350" fontAlgn="base">
              <a:lnSpc>
                <a:spcPct val="90000"/>
              </a:lnSpc>
              <a:spcBef>
                <a:spcPct val="0"/>
              </a:spcBef>
              <a:spcAft>
                <a:spcPts val="600"/>
              </a:spcAft>
              <a:buFont typeface="+mj-lt"/>
              <a:buAutoNum type="arabicPeriod"/>
            </a:pPr>
            <a:r>
              <a:rPr lang="en-US" altLang="en-US" sz="2800" dirty="0"/>
              <a:t>Algorithms </a:t>
            </a:r>
          </a:p>
          <a:p>
            <a:pPr marL="285750" indent="-514350" fontAlgn="base">
              <a:lnSpc>
                <a:spcPct val="90000"/>
              </a:lnSpc>
              <a:spcBef>
                <a:spcPct val="0"/>
              </a:spcBef>
              <a:spcAft>
                <a:spcPts val="600"/>
              </a:spcAft>
              <a:buFont typeface="+mj-lt"/>
              <a:buAutoNum type="arabicPeriod"/>
            </a:pPr>
            <a:r>
              <a:rPr lang="en-US" altLang="en-US" sz="2800" dirty="0"/>
              <a:t>Project Schedule &amp; Cadence </a:t>
            </a:r>
          </a:p>
          <a:p>
            <a:pPr marL="285750" indent="-514350" fontAlgn="base">
              <a:lnSpc>
                <a:spcPct val="90000"/>
              </a:lnSpc>
              <a:spcBef>
                <a:spcPct val="0"/>
              </a:spcBef>
              <a:spcAft>
                <a:spcPts val="600"/>
              </a:spcAft>
              <a:buFont typeface="+mj-lt"/>
              <a:buAutoNum type="arabicPeriod"/>
            </a:pPr>
            <a:r>
              <a:rPr lang="en-US" altLang="en-US" sz="2800" dirty="0"/>
              <a:t>Team Working Agreement </a:t>
            </a:r>
          </a:p>
          <a:p>
            <a:pPr marL="285750" indent="-514350" fontAlgn="base">
              <a:lnSpc>
                <a:spcPct val="90000"/>
              </a:lnSpc>
              <a:spcBef>
                <a:spcPct val="0"/>
              </a:spcBef>
              <a:spcAft>
                <a:spcPts val="600"/>
              </a:spcAft>
              <a:buFont typeface="+mj-lt"/>
              <a:buAutoNum type="arabicPeriod"/>
            </a:pPr>
            <a:r>
              <a:rPr lang="en-US" altLang="en-US" sz="2800" dirty="0"/>
              <a:t>Sprint 0 Retrospective </a:t>
            </a:r>
          </a:p>
          <a:p>
            <a:pPr marL="285750" indent="-514350" fontAlgn="base">
              <a:lnSpc>
                <a:spcPct val="90000"/>
              </a:lnSpc>
              <a:spcBef>
                <a:spcPct val="0"/>
              </a:spcBef>
              <a:spcAft>
                <a:spcPts val="600"/>
              </a:spcAft>
              <a:buFont typeface="+mj-lt"/>
              <a:buAutoNum type="arabicPeriod"/>
            </a:pPr>
            <a:r>
              <a:rPr lang="en-US" altLang="en-US" sz="2800" dirty="0"/>
              <a:t>Group Wiki Page Link </a:t>
            </a:r>
          </a:p>
          <a:p>
            <a:pPr marL="285750" indent="-514350" fontAlgn="base">
              <a:lnSpc>
                <a:spcPct val="90000"/>
              </a:lnSpc>
              <a:spcBef>
                <a:spcPct val="0"/>
              </a:spcBef>
              <a:spcAft>
                <a:spcPts val="600"/>
              </a:spcAft>
              <a:buFont typeface="+mj-lt"/>
              <a:buAutoNum type="arabicPeriod"/>
            </a:pPr>
            <a:endParaRPr lang="en-US" altLang="en-US" sz="2800" dirty="0"/>
          </a:p>
        </p:txBody>
      </p:sp>
    </p:spTree>
    <p:extLst>
      <p:ext uri="{BB962C8B-B14F-4D97-AF65-F5344CB8AC3E}">
        <p14:creationId xmlns:p14="http://schemas.microsoft.com/office/powerpoint/2010/main" val="69541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731520"/>
          </a:xfrm>
          <a:prstGeom prst="rect">
            <a:avLst/>
          </a:prstGeom>
          <a:noFill/>
          <a:ln/>
        </p:spPr>
        <p:txBody>
          <a:bodyPr wrap="square" lIns="0" tIns="0" rIns="0" bIns="0" rtlCol="0" anchor="ctr"/>
          <a:lstStyle/>
          <a:p>
            <a:r>
              <a:rPr lang="en-US" sz="4800" b="1" dirty="0">
                <a:solidFill>
                  <a:srgbClr val="1E2761"/>
                </a:solidFill>
              </a:rPr>
              <a:t>Team Member Roles and Responsibilities</a:t>
            </a:r>
            <a:endParaRPr lang="en-US" sz="4800" dirty="0"/>
          </a:p>
        </p:txBody>
      </p:sp>
      <p:sp>
        <p:nvSpPr>
          <p:cNvPr id="3" name="Shape 1"/>
          <p:cNvSpPr/>
          <p:nvPr/>
        </p:nvSpPr>
        <p:spPr>
          <a:xfrm>
            <a:off x="487680" y="1463040"/>
            <a:ext cx="5486400" cy="1950720"/>
          </a:xfrm>
          <a:prstGeom prst="rect">
            <a:avLst/>
          </a:prstGeom>
          <a:solidFill>
            <a:srgbClr val="F5F5F5"/>
          </a:solidFill>
          <a:ln/>
        </p:spPr>
        <p:txBody>
          <a:bodyPr/>
          <a:lstStyle/>
          <a:p>
            <a:endParaRPr lang="en-IN" sz="2400" dirty="0"/>
          </a:p>
        </p:txBody>
      </p:sp>
      <p:sp>
        <p:nvSpPr>
          <p:cNvPr id="4" name="Text 2"/>
          <p:cNvSpPr/>
          <p:nvPr/>
        </p:nvSpPr>
        <p:spPr>
          <a:xfrm>
            <a:off x="853440" y="1645920"/>
            <a:ext cx="4876800" cy="365760"/>
          </a:xfrm>
          <a:prstGeom prst="rect">
            <a:avLst/>
          </a:prstGeom>
          <a:noFill/>
          <a:ln/>
        </p:spPr>
        <p:txBody>
          <a:bodyPr wrap="square" rtlCol="0" anchor="ctr"/>
          <a:lstStyle/>
          <a:p>
            <a:r>
              <a:rPr lang="en-US" sz="2133" b="1" dirty="0">
                <a:solidFill>
                  <a:srgbClr val="028090"/>
                </a:solidFill>
              </a:rPr>
              <a:t>Jash Berawala: Full Stack Lead</a:t>
            </a:r>
            <a:endParaRPr lang="en-US" sz="2133" dirty="0"/>
          </a:p>
        </p:txBody>
      </p:sp>
      <p:sp>
        <p:nvSpPr>
          <p:cNvPr id="5" name="Text 3"/>
          <p:cNvSpPr/>
          <p:nvPr/>
        </p:nvSpPr>
        <p:spPr>
          <a:xfrm>
            <a:off x="853440" y="2072640"/>
            <a:ext cx="4876800" cy="1097280"/>
          </a:xfrm>
          <a:prstGeom prst="rect">
            <a:avLst/>
          </a:prstGeom>
          <a:noFill/>
          <a:ln/>
        </p:spPr>
        <p:txBody>
          <a:bodyPr wrap="square" rtlCol="0" anchor="ctr"/>
          <a:lstStyle/>
          <a:p>
            <a:r>
              <a:rPr lang="en-US" sz="1600" dirty="0">
                <a:solidFill>
                  <a:srgbClr val="2C3E50"/>
                </a:solidFill>
              </a:rPr>
              <a:t>• Backend API (Node.js/Express)</a:t>
            </a:r>
            <a:endParaRPr lang="en-US" sz="1600" dirty="0"/>
          </a:p>
          <a:p>
            <a:r>
              <a:rPr lang="en-US" sz="1600" dirty="0">
                <a:solidFill>
                  <a:srgbClr val="2C3E50"/>
                </a:solidFill>
              </a:rPr>
              <a:t>• Database Architecture (MongoDB)</a:t>
            </a:r>
            <a:endParaRPr lang="en-US" sz="1600" dirty="0"/>
          </a:p>
          <a:p>
            <a:r>
              <a:rPr lang="en-US" sz="1600" dirty="0">
                <a:solidFill>
                  <a:srgbClr val="2C3E50"/>
                </a:solidFill>
              </a:rPr>
              <a:t>• ML Integration</a:t>
            </a:r>
            <a:endParaRPr lang="en-US" sz="1600" dirty="0"/>
          </a:p>
          <a:p>
            <a:r>
              <a:rPr lang="en-US" sz="1600" dirty="0">
                <a:solidFill>
                  <a:srgbClr val="2C3E50"/>
                </a:solidFill>
              </a:rPr>
              <a:t>• API Development &amp; Testing</a:t>
            </a:r>
            <a:endParaRPr lang="en-US" sz="1600" dirty="0"/>
          </a:p>
        </p:txBody>
      </p:sp>
      <p:sp>
        <p:nvSpPr>
          <p:cNvPr id="6" name="Shape 4"/>
          <p:cNvSpPr/>
          <p:nvPr/>
        </p:nvSpPr>
        <p:spPr>
          <a:xfrm>
            <a:off x="6339840" y="1463040"/>
            <a:ext cx="5486400" cy="1950720"/>
          </a:xfrm>
          <a:prstGeom prst="rect">
            <a:avLst/>
          </a:prstGeom>
          <a:solidFill>
            <a:srgbClr val="F5F5F5"/>
          </a:solidFill>
          <a:ln/>
        </p:spPr>
        <p:txBody>
          <a:bodyPr/>
          <a:lstStyle/>
          <a:p>
            <a:endParaRPr lang="en-IN" sz="2400"/>
          </a:p>
        </p:txBody>
      </p:sp>
      <p:sp>
        <p:nvSpPr>
          <p:cNvPr id="7" name="Text 5"/>
          <p:cNvSpPr/>
          <p:nvPr/>
        </p:nvSpPr>
        <p:spPr>
          <a:xfrm>
            <a:off x="6583680" y="1645920"/>
            <a:ext cx="4876800" cy="365760"/>
          </a:xfrm>
          <a:prstGeom prst="rect">
            <a:avLst/>
          </a:prstGeom>
          <a:noFill/>
          <a:ln/>
        </p:spPr>
        <p:txBody>
          <a:bodyPr wrap="square" rtlCol="0" anchor="ctr"/>
          <a:lstStyle/>
          <a:p>
            <a:r>
              <a:rPr lang="en-US" sz="2133" b="1" dirty="0">
                <a:solidFill>
                  <a:srgbClr val="028090"/>
                </a:solidFill>
              </a:rPr>
              <a:t>Jay Shah: Frontend Developer</a:t>
            </a:r>
            <a:endParaRPr lang="en-US" sz="2133" dirty="0"/>
          </a:p>
        </p:txBody>
      </p:sp>
      <p:sp>
        <p:nvSpPr>
          <p:cNvPr id="8" name="Text 6"/>
          <p:cNvSpPr/>
          <p:nvPr/>
        </p:nvSpPr>
        <p:spPr>
          <a:xfrm>
            <a:off x="6583680" y="2072640"/>
            <a:ext cx="4876800" cy="1097280"/>
          </a:xfrm>
          <a:prstGeom prst="rect">
            <a:avLst/>
          </a:prstGeom>
          <a:noFill/>
          <a:ln/>
        </p:spPr>
        <p:txBody>
          <a:bodyPr wrap="square" rtlCol="0" anchor="ctr"/>
          <a:lstStyle/>
          <a:p>
            <a:r>
              <a:rPr lang="en-US" sz="1600" dirty="0">
                <a:solidFill>
                  <a:srgbClr val="2C3E50"/>
                </a:solidFill>
              </a:rPr>
              <a:t>• React.js Application</a:t>
            </a:r>
            <a:endParaRPr lang="en-US" sz="1600" dirty="0"/>
          </a:p>
          <a:p>
            <a:r>
              <a:rPr lang="en-US" sz="1600" dirty="0">
                <a:solidFill>
                  <a:srgbClr val="2C3E50"/>
                </a:solidFill>
              </a:rPr>
              <a:t>• Admin Dashboard Interface</a:t>
            </a:r>
            <a:endParaRPr lang="en-US" sz="1600" dirty="0"/>
          </a:p>
          <a:p>
            <a:r>
              <a:rPr lang="en-US" sz="1600" dirty="0">
                <a:solidFill>
                  <a:srgbClr val="2C3E50"/>
                </a:solidFill>
              </a:rPr>
              <a:t>• Guest Photo Gallery</a:t>
            </a:r>
            <a:endParaRPr lang="en-US" sz="1600" dirty="0"/>
          </a:p>
          <a:p>
            <a:r>
              <a:rPr lang="en-US" sz="1600" dirty="0">
                <a:solidFill>
                  <a:srgbClr val="2C3E50"/>
                </a:solidFill>
              </a:rPr>
              <a:t>• Responsive Design &amp; State Mgmt</a:t>
            </a:r>
            <a:endParaRPr lang="en-US" sz="1600" dirty="0"/>
          </a:p>
        </p:txBody>
      </p:sp>
      <p:sp>
        <p:nvSpPr>
          <p:cNvPr id="9" name="Shape 7"/>
          <p:cNvSpPr/>
          <p:nvPr/>
        </p:nvSpPr>
        <p:spPr>
          <a:xfrm>
            <a:off x="609600" y="3657600"/>
            <a:ext cx="5486400" cy="1950720"/>
          </a:xfrm>
          <a:prstGeom prst="rect">
            <a:avLst/>
          </a:prstGeom>
          <a:solidFill>
            <a:srgbClr val="F5F5F5"/>
          </a:solidFill>
          <a:ln/>
        </p:spPr>
        <p:txBody>
          <a:bodyPr/>
          <a:lstStyle/>
          <a:p>
            <a:endParaRPr lang="en-IN" sz="2400" dirty="0"/>
          </a:p>
        </p:txBody>
      </p:sp>
      <p:sp>
        <p:nvSpPr>
          <p:cNvPr id="10" name="Text 8"/>
          <p:cNvSpPr/>
          <p:nvPr/>
        </p:nvSpPr>
        <p:spPr>
          <a:xfrm>
            <a:off x="853440" y="3840480"/>
            <a:ext cx="4876800" cy="365760"/>
          </a:xfrm>
          <a:prstGeom prst="rect">
            <a:avLst/>
          </a:prstGeom>
          <a:noFill/>
          <a:ln/>
        </p:spPr>
        <p:txBody>
          <a:bodyPr wrap="square" rtlCol="0" anchor="ctr"/>
          <a:lstStyle/>
          <a:p>
            <a:r>
              <a:rPr lang="en-US" sz="2133" b="1" dirty="0">
                <a:solidFill>
                  <a:srgbClr val="028090"/>
                </a:solidFill>
              </a:rPr>
              <a:t>Niraj Patil: ML Engineer</a:t>
            </a:r>
            <a:endParaRPr lang="en-US" sz="2133" dirty="0"/>
          </a:p>
        </p:txBody>
      </p:sp>
      <p:sp>
        <p:nvSpPr>
          <p:cNvPr id="11" name="Text 9"/>
          <p:cNvSpPr/>
          <p:nvPr/>
        </p:nvSpPr>
        <p:spPr>
          <a:xfrm>
            <a:off x="853440" y="4267200"/>
            <a:ext cx="4876800" cy="1097280"/>
          </a:xfrm>
          <a:prstGeom prst="rect">
            <a:avLst/>
          </a:prstGeom>
          <a:noFill/>
          <a:ln/>
        </p:spPr>
        <p:txBody>
          <a:bodyPr wrap="square" rtlCol="0" anchor="ctr"/>
          <a:lstStyle/>
          <a:p>
            <a:r>
              <a:rPr lang="en-US" sz="1600" dirty="0">
                <a:solidFill>
                  <a:srgbClr val="2C3E50"/>
                </a:solidFill>
              </a:rPr>
              <a:t>• Face Detection &amp; Recognition</a:t>
            </a:r>
            <a:endParaRPr lang="en-US" sz="1600" dirty="0"/>
          </a:p>
          <a:p>
            <a:r>
              <a:rPr lang="en-US" sz="1600" dirty="0">
                <a:solidFill>
                  <a:srgbClr val="2C3E50"/>
                </a:solidFill>
              </a:rPr>
              <a:t>• Python Microservice (FastAPI)</a:t>
            </a:r>
            <a:endParaRPr lang="en-US" sz="1600" dirty="0"/>
          </a:p>
          <a:p>
            <a:r>
              <a:rPr lang="en-US" sz="1600" dirty="0">
                <a:solidFill>
                  <a:srgbClr val="2C3E50"/>
                </a:solidFill>
              </a:rPr>
              <a:t>• Face Clustering (DBSCAN)</a:t>
            </a:r>
            <a:endParaRPr lang="en-US" sz="1600" dirty="0"/>
          </a:p>
          <a:p>
            <a:r>
              <a:rPr lang="en-US" sz="1600" dirty="0">
                <a:solidFill>
                  <a:srgbClr val="2C3E50"/>
                </a:solidFill>
              </a:rPr>
              <a:t>• Model Performance Optimization</a:t>
            </a:r>
            <a:endParaRPr lang="en-US" sz="1600" dirty="0"/>
          </a:p>
        </p:txBody>
      </p:sp>
      <p:sp>
        <p:nvSpPr>
          <p:cNvPr id="12" name="Shape 10"/>
          <p:cNvSpPr/>
          <p:nvPr/>
        </p:nvSpPr>
        <p:spPr>
          <a:xfrm>
            <a:off x="6339840" y="3657600"/>
            <a:ext cx="5486400" cy="1950720"/>
          </a:xfrm>
          <a:prstGeom prst="rect">
            <a:avLst/>
          </a:prstGeom>
          <a:solidFill>
            <a:srgbClr val="F5F5F5"/>
          </a:solidFill>
          <a:ln/>
        </p:spPr>
        <p:txBody>
          <a:bodyPr/>
          <a:lstStyle/>
          <a:p>
            <a:endParaRPr lang="en-IN" sz="2400"/>
          </a:p>
        </p:txBody>
      </p:sp>
      <p:sp>
        <p:nvSpPr>
          <p:cNvPr id="13" name="Text 11"/>
          <p:cNvSpPr/>
          <p:nvPr/>
        </p:nvSpPr>
        <p:spPr>
          <a:xfrm>
            <a:off x="6583680" y="3840480"/>
            <a:ext cx="4876800" cy="365760"/>
          </a:xfrm>
          <a:prstGeom prst="rect">
            <a:avLst/>
          </a:prstGeom>
          <a:noFill/>
          <a:ln/>
        </p:spPr>
        <p:txBody>
          <a:bodyPr wrap="square" rtlCol="0" anchor="ctr"/>
          <a:lstStyle/>
          <a:p>
            <a:r>
              <a:rPr lang="en-US" sz="2133" b="1" dirty="0">
                <a:solidFill>
                  <a:srgbClr val="028090"/>
                </a:solidFill>
              </a:rPr>
              <a:t>Chetan Patel: Database Administrator</a:t>
            </a:r>
            <a:endParaRPr lang="en-US" sz="2133" dirty="0"/>
          </a:p>
        </p:txBody>
      </p:sp>
      <p:sp>
        <p:nvSpPr>
          <p:cNvPr id="14" name="Text 12"/>
          <p:cNvSpPr/>
          <p:nvPr/>
        </p:nvSpPr>
        <p:spPr>
          <a:xfrm>
            <a:off x="6583680" y="4267200"/>
            <a:ext cx="4876800" cy="1097280"/>
          </a:xfrm>
          <a:prstGeom prst="rect">
            <a:avLst/>
          </a:prstGeom>
          <a:noFill/>
          <a:ln/>
        </p:spPr>
        <p:txBody>
          <a:bodyPr wrap="square" rtlCol="0" anchor="ctr"/>
          <a:lstStyle/>
          <a:p>
            <a:r>
              <a:rPr lang="en-US" sz="1600" dirty="0">
                <a:solidFill>
                  <a:srgbClr val="2C3E50"/>
                </a:solidFill>
              </a:rPr>
              <a:t>• AWS S3 Integration</a:t>
            </a:r>
            <a:endParaRPr lang="en-US" sz="1600" dirty="0"/>
          </a:p>
          <a:p>
            <a:r>
              <a:rPr lang="en-US" sz="1600" dirty="0">
                <a:solidFill>
                  <a:srgbClr val="2C3E50"/>
                </a:solidFill>
              </a:rPr>
              <a:t>• CI/CD Pipeline (GitHub Actions)</a:t>
            </a:r>
            <a:endParaRPr lang="en-US" sz="1600" dirty="0"/>
          </a:p>
          <a:p>
            <a:r>
              <a:rPr lang="en-US" sz="1600" dirty="0">
                <a:solidFill>
                  <a:srgbClr val="2C3E50"/>
                </a:solidFill>
              </a:rPr>
              <a:t>• Docker Containerization</a:t>
            </a:r>
            <a:endParaRPr lang="en-US" sz="1600" dirty="0"/>
          </a:p>
          <a:p>
            <a:r>
              <a:rPr lang="en-US" sz="1600" dirty="0">
                <a:solidFill>
                  <a:srgbClr val="2C3E50"/>
                </a:solidFill>
              </a:rPr>
              <a:t>• Security &amp; QR Code System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731520"/>
          </a:xfrm>
          <a:prstGeom prst="rect">
            <a:avLst/>
          </a:prstGeom>
          <a:noFill/>
          <a:ln/>
        </p:spPr>
        <p:txBody>
          <a:bodyPr wrap="square" lIns="0" tIns="0" rIns="0" bIns="0" rtlCol="0" anchor="ctr"/>
          <a:lstStyle/>
          <a:p>
            <a:r>
              <a:rPr lang="en-US" sz="4800" b="1" dirty="0">
                <a:solidFill>
                  <a:srgbClr val="1E2761"/>
                </a:solidFill>
              </a:rPr>
              <a:t>Problem Statement</a:t>
            </a:r>
            <a:endParaRPr lang="en-US" sz="4800" dirty="0"/>
          </a:p>
        </p:txBody>
      </p:sp>
      <p:sp>
        <p:nvSpPr>
          <p:cNvPr id="3" name="Shape 1"/>
          <p:cNvSpPr/>
          <p:nvPr/>
        </p:nvSpPr>
        <p:spPr>
          <a:xfrm>
            <a:off x="609600" y="1463040"/>
            <a:ext cx="10972800" cy="975360"/>
          </a:xfrm>
          <a:prstGeom prst="rect">
            <a:avLst/>
          </a:prstGeom>
          <a:solidFill>
            <a:srgbClr val="028090">
              <a:alpha val="90000"/>
            </a:srgbClr>
          </a:solidFill>
          <a:ln/>
        </p:spPr>
        <p:txBody>
          <a:bodyPr/>
          <a:lstStyle/>
          <a:p>
            <a:endParaRPr lang="en-IN" sz="2400"/>
          </a:p>
        </p:txBody>
      </p:sp>
      <p:sp>
        <p:nvSpPr>
          <p:cNvPr id="4" name="Text 2"/>
          <p:cNvSpPr/>
          <p:nvPr/>
        </p:nvSpPr>
        <p:spPr>
          <a:xfrm>
            <a:off x="853440" y="1706880"/>
            <a:ext cx="10363200" cy="487680"/>
          </a:xfrm>
          <a:prstGeom prst="rect">
            <a:avLst/>
          </a:prstGeom>
          <a:noFill/>
          <a:ln/>
        </p:spPr>
        <p:txBody>
          <a:bodyPr wrap="square" rtlCol="0" anchor="ctr"/>
          <a:lstStyle/>
          <a:p>
            <a:r>
              <a:rPr lang="en-US" sz="2667" b="1" dirty="0">
                <a:solidFill>
                  <a:srgbClr val="1E2761"/>
                </a:solidFill>
              </a:rPr>
              <a:t>Current Challenges in Event Photography</a:t>
            </a:r>
            <a:endParaRPr lang="en-US" sz="2667" dirty="0"/>
          </a:p>
        </p:txBody>
      </p:sp>
      <p:sp>
        <p:nvSpPr>
          <p:cNvPr id="5" name="Text 3"/>
          <p:cNvSpPr/>
          <p:nvPr/>
        </p:nvSpPr>
        <p:spPr>
          <a:xfrm>
            <a:off x="975360" y="2804160"/>
            <a:ext cx="10363200" cy="365760"/>
          </a:xfrm>
          <a:prstGeom prst="rect">
            <a:avLst/>
          </a:prstGeom>
          <a:noFill/>
          <a:ln/>
        </p:spPr>
        <p:txBody>
          <a:bodyPr wrap="square" rtlCol="0" anchor="ctr"/>
          <a:lstStyle/>
          <a:p>
            <a:r>
              <a:rPr lang="en-US" sz="2133" b="1" dirty="0">
                <a:solidFill>
                  <a:srgbClr val="028090"/>
                </a:solidFill>
              </a:rPr>
              <a:t>❌ Manual Photo Distribution</a:t>
            </a:r>
            <a:endParaRPr lang="en-US" sz="2133" dirty="0"/>
          </a:p>
        </p:txBody>
      </p:sp>
      <p:sp>
        <p:nvSpPr>
          <p:cNvPr id="6" name="Text 4"/>
          <p:cNvSpPr/>
          <p:nvPr/>
        </p:nvSpPr>
        <p:spPr>
          <a:xfrm>
            <a:off x="1341120" y="3169920"/>
            <a:ext cx="9753600" cy="304800"/>
          </a:xfrm>
          <a:prstGeom prst="rect">
            <a:avLst/>
          </a:prstGeom>
          <a:noFill/>
          <a:ln/>
        </p:spPr>
        <p:txBody>
          <a:bodyPr wrap="square" rtlCol="0" anchor="ctr"/>
          <a:lstStyle/>
          <a:p>
            <a:r>
              <a:rPr lang="en-US" sz="1733" dirty="0">
                <a:solidFill>
                  <a:srgbClr val="2C3E50"/>
                </a:solidFill>
              </a:rPr>
              <a:t>Photographers spend 5-6 hours per event manually sorting and sharing photos</a:t>
            </a:r>
            <a:endParaRPr lang="en-US" sz="1733" dirty="0"/>
          </a:p>
        </p:txBody>
      </p:sp>
      <p:sp>
        <p:nvSpPr>
          <p:cNvPr id="7" name="Text 5"/>
          <p:cNvSpPr/>
          <p:nvPr/>
        </p:nvSpPr>
        <p:spPr>
          <a:xfrm>
            <a:off x="975360" y="3718560"/>
            <a:ext cx="10363200" cy="365760"/>
          </a:xfrm>
          <a:prstGeom prst="rect">
            <a:avLst/>
          </a:prstGeom>
          <a:noFill/>
          <a:ln/>
        </p:spPr>
        <p:txBody>
          <a:bodyPr wrap="square" rtlCol="0" anchor="ctr"/>
          <a:lstStyle/>
          <a:p>
            <a:r>
              <a:rPr lang="en-US" sz="2133" b="1" dirty="0">
                <a:solidFill>
                  <a:srgbClr val="028090"/>
                </a:solidFill>
              </a:rPr>
              <a:t>❌ Guest Frustration</a:t>
            </a:r>
            <a:endParaRPr lang="en-US" sz="2133" dirty="0"/>
          </a:p>
        </p:txBody>
      </p:sp>
      <p:sp>
        <p:nvSpPr>
          <p:cNvPr id="8" name="Text 6"/>
          <p:cNvSpPr/>
          <p:nvPr/>
        </p:nvSpPr>
        <p:spPr>
          <a:xfrm>
            <a:off x="1341120" y="4084320"/>
            <a:ext cx="9753600" cy="304800"/>
          </a:xfrm>
          <a:prstGeom prst="rect">
            <a:avLst/>
          </a:prstGeom>
          <a:noFill/>
          <a:ln/>
        </p:spPr>
        <p:txBody>
          <a:bodyPr wrap="square" rtlCol="0" anchor="ctr"/>
          <a:lstStyle/>
          <a:p>
            <a:r>
              <a:rPr lang="en-US" sz="1733" dirty="0">
                <a:solidFill>
                  <a:srgbClr val="2C3E50"/>
                </a:solidFill>
              </a:rPr>
              <a:t>Attendees must scroll through hundreds/thousands of photos to find themselves</a:t>
            </a:r>
            <a:endParaRPr lang="en-US" sz="1733" dirty="0"/>
          </a:p>
        </p:txBody>
      </p:sp>
      <p:sp>
        <p:nvSpPr>
          <p:cNvPr id="9" name="Text 7"/>
          <p:cNvSpPr/>
          <p:nvPr/>
        </p:nvSpPr>
        <p:spPr>
          <a:xfrm>
            <a:off x="975360" y="4632960"/>
            <a:ext cx="10363200" cy="365760"/>
          </a:xfrm>
          <a:prstGeom prst="rect">
            <a:avLst/>
          </a:prstGeom>
          <a:noFill/>
          <a:ln/>
        </p:spPr>
        <p:txBody>
          <a:bodyPr wrap="square" rtlCol="0" anchor="ctr"/>
          <a:lstStyle/>
          <a:p>
            <a:r>
              <a:rPr lang="en-US" sz="2133" b="1" dirty="0">
                <a:solidFill>
                  <a:srgbClr val="028090"/>
                </a:solidFill>
              </a:rPr>
              <a:t>❌ Delayed Access</a:t>
            </a:r>
            <a:endParaRPr lang="en-US" sz="2133" dirty="0"/>
          </a:p>
        </p:txBody>
      </p:sp>
      <p:sp>
        <p:nvSpPr>
          <p:cNvPr id="10" name="Text 8"/>
          <p:cNvSpPr/>
          <p:nvPr/>
        </p:nvSpPr>
        <p:spPr>
          <a:xfrm>
            <a:off x="1341120" y="4998720"/>
            <a:ext cx="9753600" cy="304800"/>
          </a:xfrm>
          <a:prstGeom prst="rect">
            <a:avLst/>
          </a:prstGeom>
          <a:noFill/>
          <a:ln/>
        </p:spPr>
        <p:txBody>
          <a:bodyPr wrap="square" rtlCol="0" anchor="ctr"/>
          <a:lstStyle/>
          <a:p>
            <a:r>
              <a:rPr lang="en-US" sz="1733" dirty="0">
                <a:solidFill>
                  <a:srgbClr val="2C3E50"/>
                </a:solidFill>
              </a:rPr>
              <a:t>Photos delivered days/weeks after events, missing social media engagement window</a:t>
            </a:r>
            <a:endParaRPr lang="en-US" sz="1733" dirty="0"/>
          </a:p>
        </p:txBody>
      </p:sp>
      <p:sp>
        <p:nvSpPr>
          <p:cNvPr id="11" name="Text 9"/>
          <p:cNvSpPr/>
          <p:nvPr/>
        </p:nvSpPr>
        <p:spPr>
          <a:xfrm>
            <a:off x="975360" y="5547360"/>
            <a:ext cx="10363200" cy="365760"/>
          </a:xfrm>
          <a:prstGeom prst="rect">
            <a:avLst/>
          </a:prstGeom>
          <a:noFill/>
          <a:ln/>
        </p:spPr>
        <p:txBody>
          <a:bodyPr wrap="square" rtlCol="0" anchor="ctr"/>
          <a:lstStyle/>
          <a:p>
            <a:r>
              <a:rPr lang="en-US" sz="2133" b="1" dirty="0">
                <a:solidFill>
                  <a:srgbClr val="028090"/>
                </a:solidFill>
              </a:rPr>
              <a:t>❌ Privacy &amp; Access Control</a:t>
            </a:r>
            <a:endParaRPr lang="en-US" sz="2133" dirty="0"/>
          </a:p>
        </p:txBody>
      </p:sp>
      <p:sp>
        <p:nvSpPr>
          <p:cNvPr id="12" name="Text 10"/>
          <p:cNvSpPr/>
          <p:nvPr/>
        </p:nvSpPr>
        <p:spPr>
          <a:xfrm>
            <a:off x="1341120" y="5913120"/>
            <a:ext cx="9753600" cy="304800"/>
          </a:xfrm>
          <a:prstGeom prst="rect">
            <a:avLst/>
          </a:prstGeom>
          <a:noFill/>
          <a:ln/>
        </p:spPr>
        <p:txBody>
          <a:bodyPr wrap="square" rtlCol="0" anchor="ctr"/>
          <a:lstStyle/>
          <a:p>
            <a:r>
              <a:rPr lang="en-US" sz="1733" dirty="0">
                <a:solidFill>
                  <a:srgbClr val="2C3E50"/>
                </a:solidFill>
              </a:rPr>
              <a:t>No easy way to give specific guests access while maintaining event privacy</a:t>
            </a:r>
            <a:endParaRPr lang="en-US" sz="173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731520"/>
          </a:xfrm>
          <a:prstGeom prst="rect">
            <a:avLst/>
          </a:prstGeom>
          <a:noFill/>
          <a:ln/>
        </p:spPr>
        <p:txBody>
          <a:bodyPr wrap="square" lIns="0" tIns="0" rIns="0" bIns="0" rtlCol="0" anchor="ctr"/>
          <a:lstStyle/>
          <a:p>
            <a:r>
              <a:rPr lang="en-US" sz="4800" b="1" dirty="0">
                <a:solidFill>
                  <a:srgbClr val="1E2761"/>
                </a:solidFill>
              </a:rPr>
              <a:t>Project Description</a:t>
            </a:r>
            <a:endParaRPr lang="en-US" sz="4800" dirty="0"/>
          </a:p>
        </p:txBody>
      </p:sp>
      <p:sp>
        <p:nvSpPr>
          <p:cNvPr id="3" name="Shape 1"/>
          <p:cNvSpPr/>
          <p:nvPr/>
        </p:nvSpPr>
        <p:spPr>
          <a:xfrm>
            <a:off x="609600" y="1463040"/>
            <a:ext cx="6705600" cy="4632960"/>
          </a:xfrm>
          <a:prstGeom prst="rect">
            <a:avLst/>
          </a:prstGeom>
          <a:solidFill>
            <a:srgbClr val="F5F5F5"/>
          </a:solidFill>
          <a:ln/>
        </p:spPr>
        <p:txBody>
          <a:bodyPr/>
          <a:lstStyle/>
          <a:p>
            <a:endParaRPr lang="en-IN" sz="2400"/>
          </a:p>
        </p:txBody>
      </p:sp>
      <p:sp>
        <p:nvSpPr>
          <p:cNvPr id="4" name="Text 2"/>
          <p:cNvSpPr/>
          <p:nvPr/>
        </p:nvSpPr>
        <p:spPr>
          <a:xfrm>
            <a:off x="853440" y="1645920"/>
            <a:ext cx="6096000" cy="487680"/>
          </a:xfrm>
          <a:prstGeom prst="rect">
            <a:avLst/>
          </a:prstGeom>
          <a:noFill/>
          <a:ln/>
        </p:spPr>
        <p:txBody>
          <a:bodyPr wrap="square" rtlCol="0" anchor="ctr"/>
          <a:lstStyle/>
          <a:p>
            <a:r>
              <a:rPr lang="en-US" sz="2400" b="1" dirty="0">
                <a:solidFill>
                  <a:srgbClr val="028090"/>
                </a:solidFill>
              </a:rPr>
              <a:t>What is FaceFind?</a:t>
            </a:r>
            <a:endParaRPr lang="en-US" sz="2400" dirty="0"/>
          </a:p>
        </p:txBody>
      </p:sp>
      <p:sp>
        <p:nvSpPr>
          <p:cNvPr id="5" name="Text 3"/>
          <p:cNvSpPr/>
          <p:nvPr/>
        </p:nvSpPr>
        <p:spPr>
          <a:xfrm>
            <a:off x="609600" y="2691619"/>
            <a:ext cx="6799384" cy="2977661"/>
          </a:xfrm>
          <a:prstGeom prst="rect">
            <a:avLst/>
          </a:prstGeom>
          <a:noFill/>
          <a:ln/>
        </p:spPr>
        <p:txBody>
          <a:bodyPr wrap="square" rtlCol="0" anchor="ctr"/>
          <a:lstStyle/>
          <a:p>
            <a:pPr>
              <a:lnSpc>
                <a:spcPts val="2667"/>
              </a:lnSpc>
            </a:pPr>
            <a:r>
              <a:rPr lang="en-US" sz="1733" dirty="0">
                <a:solidFill>
                  <a:srgbClr val="2C3E50"/>
                </a:solidFill>
              </a:rPr>
              <a:t>✓ Intelligent web platform automating event photo distribution</a:t>
            </a:r>
            <a:endParaRPr lang="en-US" sz="1733" dirty="0"/>
          </a:p>
          <a:p>
            <a:pPr>
              <a:lnSpc>
                <a:spcPts val="2667"/>
              </a:lnSpc>
            </a:pPr>
            <a:endParaRPr lang="en-US" sz="1733" dirty="0"/>
          </a:p>
          <a:p>
            <a:pPr>
              <a:lnSpc>
                <a:spcPts val="2667"/>
              </a:lnSpc>
            </a:pPr>
            <a:r>
              <a:rPr lang="en-US" sz="1733" dirty="0">
                <a:solidFill>
                  <a:srgbClr val="2C3E50"/>
                </a:solidFill>
              </a:rPr>
              <a:t>✓ Admin Dashboard: Photographers manage events &amp; upload photos</a:t>
            </a:r>
            <a:endParaRPr lang="en-US" sz="1733" dirty="0"/>
          </a:p>
          <a:p>
            <a:pPr>
              <a:lnSpc>
                <a:spcPts val="2667"/>
              </a:lnSpc>
            </a:pPr>
            <a:endParaRPr lang="en-US" sz="1733" dirty="0"/>
          </a:p>
          <a:p>
            <a:pPr>
              <a:lnSpc>
                <a:spcPts val="2667"/>
              </a:lnSpc>
            </a:pPr>
            <a:r>
              <a:rPr lang="en-US" sz="1733" dirty="0">
                <a:solidFill>
                  <a:srgbClr val="2C3E50"/>
                </a:solidFill>
              </a:rPr>
              <a:t>✓ Guest Interface: Attendees discover photos instantly via selfie</a:t>
            </a:r>
            <a:endParaRPr lang="en-US" sz="1733" dirty="0"/>
          </a:p>
          <a:p>
            <a:pPr>
              <a:lnSpc>
                <a:spcPts val="2667"/>
              </a:lnSpc>
            </a:pPr>
            <a:endParaRPr lang="en-US" sz="1733" dirty="0"/>
          </a:p>
          <a:p>
            <a:pPr>
              <a:lnSpc>
                <a:spcPts val="2667"/>
              </a:lnSpc>
            </a:pPr>
            <a:r>
              <a:rPr lang="en-US" sz="1733" dirty="0">
                <a:solidFill>
                  <a:srgbClr val="2C3E50"/>
                </a:solidFill>
              </a:rPr>
              <a:t>✓ AI Engine: Deep learning face detection &amp; clustering</a:t>
            </a:r>
            <a:endParaRPr lang="en-US" sz="1733" dirty="0"/>
          </a:p>
          <a:p>
            <a:pPr>
              <a:lnSpc>
                <a:spcPts val="2667"/>
              </a:lnSpc>
            </a:pPr>
            <a:endParaRPr lang="en-US" sz="1733" dirty="0"/>
          </a:p>
          <a:p>
            <a:pPr>
              <a:lnSpc>
                <a:spcPts val="2667"/>
              </a:lnSpc>
            </a:pPr>
            <a:r>
              <a:rPr lang="en-US" sz="1733" dirty="0">
                <a:solidFill>
                  <a:srgbClr val="2C3E50"/>
                </a:solidFill>
              </a:rPr>
              <a:t>✓ Smart Matching: Cosine similarity for &lt;5 sec results</a:t>
            </a:r>
            <a:endParaRPr lang="en-US" sz="1733" dirty="0"/>
          </a:p>
          <a:p>
            <a:pPr>
              <a:lnSpc>
                <a:spcPts val="2667"/>
              </a:lnSpc>
            </a:pPr>
            <a:endParaRPr lang="en-US" sz="1733" dirty="0"/>
          </a:p>
          <a:p>
            <a:pPr>
              <a:lnSpc>
                <a:spcPts val="2667"/>
              </a:lnSpc>
            </a:pPr>
            <a:r>
              <a:rPr lang="en-US" sz="1733" dirty="0">
                <a:solidFill>
                  <a:srgbClr val="2C3E50"/>
                </a:solidFill>
              </a:rPr>
              <a:t>✓ Built on MERN stack + Python ML microservice</a:t>
            </a:r>
            <a:endParaRPr lang="en-US" sz="1733" dirty="0"/>
          </a:p>
        </p:txBody>
      </p:sp>
      <p:sp>
        <p:nvSpPr>
          <p:cNvPr id="6" name="Shape 4"/>
          <p:cNvSpPr/>
          <p:nvPr/>
        </p:nvSpPr>
        <p:spPr>
          <a:xfrm>
            <a:off x="7559040" y="1463040"/>
            <a:ext cx="4023360" cy="4632960"/>
          </a:xfrm>
          <a:prstGeom prst="rect">
            <a:avLst/>
          </a:prstGeom>
          <a:solidFill>
            <a:srgbClr val="00B4B0">
              <a:alpha val="95000"/>
            </a:srgbClr>
          </a:solidFill>
          <a:ln/>
        </p:spPr>
        <p:txBody>
          <a:bodyPr/>
          <a:lstStyle/>
          <a:p>
            <a:endParaRPr lang="en-IN" sz="2400" dirty="0">
              <a:solidFill>
                <a:srgbClr val="00B4B0"/>
              </a:solidFill>
            </a:endParaRPr>
          </a:p>
        </p:txBody>
      </p:sp>
      <p:sp>
        <p:nvSpPr>
          <p:cNvPr id="7" name="Text 5"/>
          <p:cNvSpPr/>
          <p:nvPr/>
        </p:nvSpPr>
        <p:spPr>
          <a:xfrm>
            <a:off x="7802880" y="1645920"/>
            <a:ext cx="3535680" cy="487680"/>
          </a:xfrm>
          <a:prstGeom prst="rect">
            <a:avLst/>
          </a:prstGeom>
          <a:noFill/>
          <a:ln/>
        </p:spPr>
        <p:txBody>
          <a:bodyPr wrap="square" rtlCol="0" anchor="ctr"/>
          <a:lstStyle/>
          <a:p>
            <a:r>
              <a:rPr lang="en-US" sz="2133" b="1" dirty="0">
                <a:solidFill>
                  <a:srgbClr val="005654"/>
                </a:solidFill>
              </a:rPr>
              <a:t>How It Works</a:t>
            </a:r>
            <a:endParaRPr lang="en-US" sz="2133" dirty="0">
              <a:solidFill>
                <a:srgbClr val="005654"/>
              </a:solidFill>
            </a:endParaRPr>
          </a:p>
        </p:txBody>
      </p:sp>
      <p:sp>
        <p:nvSpPr>
          <p:cNvPr id="8" name="Text 6"/>
          <p:cNvSpPr/>
          <p:nvPr/>
        </p:nvSpPr>
        <p:spPr>
          <a:xfrm>
            <a:off x="7924800" y="2316480"/>
            <a:ext cx="3657600" cy="609600"/>
          </a:xfrm>
          <a:prstGeom prst="rect">
            <a:avLst/>
          </a:prstGeom>
          <a:noFill/>
          <a:ln/>
        </p:spPr>
        <p:txBody>
          <a:bodyPr wrap="square" rtlCol="0" anchor="ctr"/>
          <a:lstStyle/>
          <a:p>
            <a:r>
              <a:rPr lang="en-US" sz="1733" dirty="0">
                <a:solidFill>
                  <a:srgbClr val="2C3E50"/>
                </a:solidFill>
              </a:rPr>
              <a:t>1. Create event → Generate QR</a:t>
            </a:r>
            <a:endParaRPr lang="en-US" sz="1733" dirty="0"/>
          </a:p>
        </p:txBody>
      </p:sp>
      <p:sp>
        <p:nvSpPr>
          <p:cNvPr id="9" name="Text 7"/>
          <p:cNvSpPr/>
          <p:nvPr/>
        </p:nvSpPr>
        <p:spPr>
          <a:xfrm>
            <a:off x="7924800" y="3048000"/>
            <a:ext cx="3657600" cy="609600"/>
          </a:xfrm>
          <a:prstGeom prst="rect">
            <a:avLst/>
          </a:prstGeom>
          <a:noFill/>
          <a:ln/>
        </p:spPr>
        <p:txBody>
          <a:bodyPr wrap="square" rtlCol="0" anchor="ctr"/>
          <a:lstStyle/>
          <a:p>
            <a:r>
              <a:rPr lang="en-US" sz="1733" dirty="0">
                <a:solidFill>
                  <a:srgbClr val="2C3E50"/>
                </a:solidFill>
              </a:rPr>
              <a:t>2. Upload photos → AI processes</a:t>
            </a:r>
            <a:endParaRPr lang="en-US" sz="1733" dirty="0"/>
          </a:p>
        </p:txBody>
      </p:sp>
      <p:sp>
        <p:nvSpPr>
          <p:cNvPr id="10" name="Text 8"/>
          <p:cNvSpPr/>
          <p:nvPr/>
        </p:nvSpPr>
        <p:spPr>
          <a:xfrm>
            <a:off x="7924800" y="3779520"/>
            <a:ext cx="3657600" cy="609600"/>
          </a:xfrm>
          <a:prstGeom prst="rect">
            <a:avLst/>
          </a:prstGeom>
          <a:noFill/>
          <a:ln/>
        </p:spPr>
        <p:txBody>
          <a:bodyPr wrap="square" rtlCol="0" anchor="ctr"/>
          <a:lstStyle/>
          <a:p>
            <a:r>
              <a:rPr lang="en-US" sz="1733" dirty="0">
                <a:solidFill>
                  <a:srgbClr val="2C3E50"/>
                </a:solidFill>
              </a:rPr>
              <a:t>3. Guest scans QR → Takes selfie</a:t>
            </a:r>
            <a:endParaRPr lang="en-US" sz="1733" dirty="0"/>
          </a:p>
        </p:txBody>
      </p:sp>
      <p:sp>
        <p:nvSpPr>
          <p:cNvPr id="11" name="Text 9"/>
          <p:cNvSpPr/>
          <p:nvPr/>
        </p:nvSpPr>
        <p:spPr>
          <a:xfrm>
            <a:off x="7924800" y="4511040"/>
            <a:ext cx="3657600" cy="609600"/>
          </a:xfrm>
          <a:prstGeom prst="rect">
            <a:avLst/>
          </a:prstGeom>
          <a:noFill/>
          <a:ln/>
        </p:spPr>
        <p:txBody>
          <a:bodyPr wrap="square" rtlCol="0" anchor="ctr"/>
          <a:lstStyle/>
          <a:p>
            <a:r>
              <a:rPr lang="en-US" sz="1733" dirty="0">
                <a:solidFill>
                  <a:srgbClr val="2C3E50"/>
                </a:solidFill>
              </a:rPr>
              <a:t>4. System matches faces</a:t>
            </a:r>
            <a:endParaRPr lang="en-US" sz="1733" dirty="0"/>
          </a:p>
        </p:txBody>
      </p:sp>
      <p:sp>
        <p:nvSpPr>
          <p:cNvPr id="12" name="Text 10"/>
          <p:cNvSpPr/>
          <p:nvPr/>
        </p:nvSpPr>
        <p:spPr>
          <a:xfrm>
            <a:off x="7924800" y="5242560"/>
            <a:ext cx="3657600" cy="609600"/>
          </a:xfrm>
          <a:prstGeom prst="rect">
            <a:avLst/>
          </a:prstGeom>
          <a:noFill/>
          <a:ln/>
        </p:spPr>
        <p:txBody>
          <a:bodyPr wrap="square" rtlCol="0" anchor="ctr"/>
          <a:lstStyle/>
          <a:p>
            <a:r>
              <a:rPr lang="en-US" sz="1733" dirty="0">
                <a:solidFill>
                  <a:srgbClr val="2C3E50"/>
                </a:solidFill>
              </a:rPr>
              <a:t>5. Personalized gallery delivered</a:t>
            </a:r>
            <a:endParaRPr lang="en-US" sz="17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F945FF-1CD1-B189-076E-384F31F4E755}"/>
              </a:ext>
            </a:extLst>
          </p:cNvPr>
          <p:cNvSpPr>
            <a:spLocks noGrp="1"/>
          </p:cNvSpPr>
          <p:nvPr>
            <p:ph type="title"/>
          </p:nvPr>
        </p:nvSpPr>
        <p:spPr>
          <a:xfrm>
            <a:off x="42356" y="212360"/>
            <a:ext cx="8057124" cy="910124"/>
          </a:xfrm>
        </p:spPr>
        <p:txBody>
          <a:bodyPr anchor="b">
            <a:normAutofit fontScale="90000"/>
          </a:bodyPr>
          <a:lstStyle/>
          <a:p>
            <a:r>
              <a:rPr lang="en-US" sz="2800" b="1" dirty="0"/>
              <a:t>Persona 1 — The Photographer : “Alex the Memory‑Maker”</a:t>
            </a:r>
            <a:br>
              <a:rPr lang="en-US" sz="2800" b="1" dirty="0"/>
            </a:br>
            <a:endParaRPr lang="en-US" sz="2800" dirty="0"/>
          </a:p>
        </p:txBody>
      </p:sp>
      <p:sp>
        <p:nvSpPr>
          <p:cNvPr id="3" name="Content Placeholder 2">
            <a:extLst>
              <a:ext uri="{FF2B5EF4-FFF2-40B4-BE49-F238E27FC236}">
                <a16:creationId xmlns:a16="http://schemas.microsoft.com/office/drawing/2014/main" id="{4722256B-4991-764D-4C69-9D939EA8780B}"/>
              </a:ext>
            </a:extLst>
          </p:cNvPr>
          <p:cNvSpPr>
            <a:spLocks noGrp="1"/>
          </p:cNvSpPr>
          <p:nvPr>
            <p:ph idx="1"/>
          </p:nvPr>
        </p:nvSpPr>
        <p:spPr>
          <a:xfrm>
            <a:off x="97208" y="967294"/>
            <a:ext cx="8080978" cy="4465755"/>
          </a:xfrm>
        </p:spPr>
        <p:txBody>
          <a:bodyPr anchor="t">
            <a:noAutofit/>
          </a:bodyPr>
          <a:lstStyle/>
          <a:p>
            <a:pPr marL="0" indent="0">
              <a:buNone/>
            </a:pPr>
            <a:r>
              <a:rPr lang="en-US" sz="1800" b="1" dirty="0">
                <a:solidFill>
                  <a:srgbClr val="2C3E50"/>
                </a:solidFill>
              </a:rPr>
              <a:t>Background:</a:t>
            </a:r>
            <a:endParaRPr lang="en-US" sz="1800" dirty="0"/>
          </a:p>
          <a:p>
            <a:pPr marL="0" indent="0">
              <a:buNone/>
            </a:pPr>
            <a:r>
              <a:rPr lang="en-US" sz="1800" dirty="0">
                <a:solidFill>
                  <a:srgbClr val="2C3E50"/>
                </a:solidFill>
              </a:rPr>
              <a:t>Full-time photographer shooting 3-4 events/week. Spends 5-6 hours manually organizing and sharing photos per event.</a:t>
            </a:r>
            <a:endParaRPr lang="en-US" sz="1800" dirty="0"/>
          </a:p>
          <a:p>
            <a:pPr marL="0" indent="0">
              <a:buNone/>
            </a:pPr>
            <a:r>
              <a:rPr lang="en-US" sz="1800" b="1" dirty="0">
                <a:solidFill>
                  <a:srgbClr val="2C3E50"/>
                </a:solidFill>
              </a:rPr>
              <a:t>Goals:</a:t>
            </a:r>
            <a:endParaRPr lang="en-US" sz="1800" dirty="0"/>
          </a:p>
          <a:p>
            <a:pPr marL="0" indent="0">
              <a:buNone/>
            </a:pPr>
            <a:r>
              <a:rPr lang="en-US" sz="1800" dirty="0">
                <a:solidFill>
                  <a:srgbClr val="2C3E50"/>
                </a:solidFill>
              </a:rPr>
              <a:t>• Reduce photo delivery time from hours to minutes</a:t>
            </a:r>
            <a:endParaRPr lang="en-US" sz="1800" dirty="0"/>
          </a:p>
          <a:p>
            <a:pPr marL="0" indent="0">
              <a:buNone/>
            </a:pPr>
            <a:r>
              <a:rPr lang="en-US" sz="1800" dirty="0">
                <a:solidFill>
                  <a:srgbClr val="2C3E50"/>
                </a:solidFill>
              </a:rPr>
              <a:t>• Improve client satisfaction with faster turnaround</a:t>
            </a:r>
            <a:endParaRPr lang="en-US" sz="1800" dirty="0"/>
          </a:p>
          <a:p>
            <a:pPr marL="0" indent="0">
              <a:buNone/>
            </a:pPr>
            <a:r>
              <a:rPr lang="en-US" sz="1800" dirty="0">
                <a:solidFill>
                  <a:srgbClr val="2C3E50"/>
                </a:solidFill>
              </a:rPr>
              <a:t>• Focus more on photography and client acquisition</a:t>
            </a:r>
            <a:endParaRPr lang="en-US" sz="1800" dirty="0"/>
          </a:p>
          <a:p>
            <a:pPr marL="0" indent="0">
              <a:buNone/>
            </a:pPr>
            <a:r>
              <a:rPr lang="en-US" sz="1800" b="1" dirty="0">
                <a:solidFill>
                  <a:srgbClr val="2C3E50"/>
                </a:solidFill>
              </a:rPr>
              <a:t>Pain Points:</a:t>
            </a:r>
            <a:endParaRPr lang="en-US" sz="1800" dirty="0"/>
          </a:p>
          <a:p>
            <a:pPr marL="0" indent="0">
              <a:buNone/>
            </a:pPr>
            <a:r>
              <a:rPr lang="en-US" sz="1800" dirty="0">
                <a:solidFill>
                  <a:srgbClr val="2C3E50"/>
                </a:solidFill>
              </a:rPr>
              <a:t>• Manual folder creation and link sharing</a:t>
            </a:r>
            <a:endParaRPr lang="en-US" sz="1800" dirty="0"/>
          </a:p>
          <a:p>
            <a:pPr marL="0" indent="0">
              <a:buNone/>
            </a:pPr>
            <a:r>
              <a:rPr lang="en-US" sz="1800" dirty="0">
                <a:solidFill>
                  <a:srgbClr val="2C3E50"/>
                </a:solidFill>
              </a:rPr>
              <a:t>• Constant client requests: 'When will photos be ready?'</a:t>
            </a:r>
            <a:endParaRPr lang="en-US" sz="1800" dirty="0"/>
          </a:p>
          <a:p>
            <a:pPr marL="0" indent="0">
              <a:buNone/>
            </a:pPr>
            <a:r>
              <a:rPr lang="en-US" sz="1800" dirty="0">
                <a:solidFill>
                  <a:srgbClr val="2C3E50"/>
                </a:solidFill>
              </a:rPr>
              <a:t>• No easy way to provide partial access</a:t>
            </a:r>
            <a:endParaRPr lang="en-US" sz="1800" dirty="0"/>
          </a:p>
          <a:p>
            <a:pPr marL="0" indent="0">
              <a:buNone/>
            </a:pPr>
            <a:r>
              <a:rPr lang="en-US" sz="1800" b="1" dirty="0">
                <a:solidFill>
                  <a:srgbClr val="028090"/>
                </a:solidFill>
              </a:rPr>
              <a:t>How FaceFind Helps:</a:t>
            </a:r>
            <a:endParaRPr lang="en-US" sz="1800" dirty="0"/>
          </a:p>
          <a:p>
            <a:pPr marL="0" indent="0">
              <a:buNone/>
            </a:pPr>
            <a:r>
              <a:rPr lang="en-US" sz="1800" dirty="0">
                <a:solidFill>
                  <a:srgbClr val="2C3E50"/>
                </a:solidFill>
              </a:rPr>
              <a:t>Creates event in 30 seconds, AI handles distribution, guests self-serve via QR code, frees 5+ hours per event</a:t>
            </a:r>
            <a:endParaRPr lang="en-US" sz="1800" dirty="0"/>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F2A863DF-8665-AD41-C936-8A08EA935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967" y="2053032"/>
            <a:ext cx="4170530" cy="2783828"/>
          </a:xfrm>
          <a:prstGeom prst="rect">
            <a:avLst/>
          </a:prstGeom>
        </p:spPr>
      </p:pic>
    </p:spTree>
    <p:extLst>
      <p:ext uri="{BB962C8B-B14F-4D97-AF65-F5344CB8AC3E}">
        <p14:creationId xmlns:p14="http://schemas.microsoft.com/office/powerpoint/2010/main" val="4142054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C14BA4D-7B8A-C646-D6FA-087F97C3C355}"/>
              </a:ext>
            </a:extLst>
          </p:cNvPr>
          <p:cNvPicPr>
            <a:picLocks noChangeAspect="1"/>
          </p:cNvPicPr>
          <p:nvPr/>
        </p:nvPicPr>
        <p:blipFill>
          <a:blip r:embed="rId2">
            <a:extLst>
              <a:ext uri="{28A0092B-C50C-407E-A947-70E740481C1C}">
                <a14:useLocalDpi xmlns:a14="http://schemas.microsoft.com/office/drawing/2010/main" val="0"/>
              </a:ext>
            </a:extLst>
          </a:blip>
          <a:srcRect l="20688"/>
          <a:stretch>
            <a:fillRect/>
          </a:stretch>
        </p:blipFill>
        <p:spPr>
          <a:xfrm>
            <a:off x="0" y="-81270"/>
            <a:ext cx="9669642" cy="6857990"/>
          </a:xfrm>
          <a:prstGeom prst="rect">
            <a:avLst/>
          </a:prstGeom>
        </p:spPr>
      </p:pic>
      <p:sp>
        <p:nvSpPr>
          <p:cNvPr id="15" name="Rectangle 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386269-EE62-0856-B4CC-C05AB9C1465C}"/>
              </a:ext>
            </a:extLst>
          </p:cNvPr>
          <p:cNvSpPr>
            <a:spLocks noGrp="1"/>
          </p:cNvSpPr>
          <p:nvPr>
            <p:ph type="title"/>
          </p:nvPr>
        </p:nvSpPr>
        <p:spPr>
          <a:xfrm>
            <a:off x="7531610" y="365125"/>
            <a:ext cx="3822189" cy="1899912"/>
          </a:xfrm>
        </p:spPr>
        <p:txBody>
          <a:bodyPr>
            <a:normAutofit/>
          </a:bodyPr>
          <a:lstStyle/>
          <a:p>
            <a:r>
              <a:rPr lang="en-US" sz="3400" b="1" dirty="0"/>
              <a:t>Persona 2: Wedding Guest - Marcus Thompson</a:t>
            </a:r>
            <a:endParaRPr lang="en-US" sz="3400" dirty="0"/>
          </a:p>
        </p:txBody>
      </p:sp>
      <p:sp>
        <p:nvSpPr>
          <p:cNvPr id="3" name="Content Placeholder 2">
            <a:extLst>
              <a:ext uri="{FF2B5EF4-FFF2-40B4-BE49-F238E27FC236}">
                <a16:creationId xmlns:a16="http://schemas.microsoft.com/office/drawing/2014/main" id="{9A7AAC9D-9498-C356-4D17-72D055BE88CD}"/>
              </a:ext>
            </a:extLst>
          </p:cNvPr>
          <p:cNvSpPr>
            <a:spLocks noGrp="1"/>
          </p:cNvSpPr>
          <p:nvPr>
            <p:ph idx="1"/>
          </p:nvPr>
        </p:nvSpPr>
        <p:spPr>
          <a:xfrm>
            <a:off x="7531610" y="2052320"/>
            <a:ext cx="4304790" cy="4724400"/>
          </a:xfrm>
        </p:spPr>
        <p:txBody>
          <a:bodyPr>
            <a:normAutofit/>
          </a:bodyPr>
          <a:lstStyle/>
          <a:p>
            <a:pPr marL="0" indent="0">
              <a:buNone/>
            </a:pPr>
            <a:r>
              <a:rPr lang="en-US" sz="1400" b="1" dirty="0"/>
              <a:t>Background:</a:t>
            </a:r>
            <a:endParaRPr lang="en-US" sz="1400" dirty="0"/>
          </a:p>
          <a:p>
            <a:pPr marL="0" indent="0">
              <a:buNone/>
            </a:pPr>
            <a:r>
              <a:rPr lang="en-US" sz="1400" dirty="0"/>
              <a:t>28-year-old marketing manager, attends 8-10 weddings/year. Frustrated by delayed photo access.</a:t>
            </a:r>
          </a:p>
          <a:p>
            <a:pPr marL="0" indent="0">
              <a:buNone/>
            </a:pPr>
            <a:endParaRPr lang="en-US" sz="1400" dirty="0"/>
          </a:p>
          <a:p>
            <a:pPr marL="0" indent="0">
              <a:buNone/>
            </a:pPr>
            <a:r>
              <a:rPr lang="en-US" sz="1400" b="1" dirty="0"/>
              <a:t>Goals:</a:t>
            </a:r>
            <a:endParaRPr lang="en-US" sz="1400" dirty="0"/>
          </a:p>
          <a:p>
            <a:pPr marL="0" indent="0">
              <a:buNone/>
            </a:pPr>
            <a:r>
              <a:rPr lang="en-US" sz="1400" dirty="0"/>
              <a:t>• Get photos immediately while memories are fresh</a:t>
            </a:r>
          </a:p>
          <a:p>
            <a:pPr marL="0" indent="0">
              <a:buNone/>
            </a:pPr>
            <a:r>
              <a:rPr lang="en-US" sz="1400" dirty="0"/>
              <a:t>• Easily find photos of himself without scrolling</a:t>
            </a:r>
          </a:p>
          <a:p>
            <a:pPr marL="0" indent="0">
              <a:buNone/>
            </a:pPr>
            <a:r>
              <a:rPr lang="en-US" sz="1400" dirty="0"/>
              <a:t>• Share to social media during the event</a:t>
            </a:r>
          </a:p>
          <a:p>
            <a:pPr marL="0" indent="0">
              <a:buNone/>
            </a:pPr>
            <a:endParaRPr lang="en-US" sz="1400" dirty="0"/>
          </a:p>
          <a:p>
            <a:pPr marL="0" indent="0">
              <a:buNone/>
            </a:pPr>
            <a:r>
              <a:rPr lang="en-US" sz="1400" b="1" dirty="0"/>
              <a:t>Pain Points:</a:t>
            </a:r>
            <a:endParaRPr lang="en-US" sz="1400" dirty="0"/>
          </a:p>
          <a:p>
            <a:pPr marL="0" indent="0">
              <a:buNone/>
            </a:pPr>
            <a:r>
              <a:rPr lang="en-US" sz="1400" dirty="0"/>
              <a:t>• Receives photo links 3-4 weeks after events</a:t>
            </a:r>
          </a:p>
          <a:p>
            <a:pPr marL="0" indent="0">
              <a:buNone/>
            </a:pPr>
            <a:r>
              <a:rPr lang="en-US" sz="1400" dirty="0"/>
              <a:t>• Must scroll through 800+ photos to find himself</a:t>
            </a:r>
          </a:p>
          <a:p>
            <a:pPr marL="0" indent="0">
              <a:buNone/>
            </a:pPr>
            <a:r>
              <a:rPr lang="en-US" sz="1400" dirty="0"/>
              <a:t>• Misses social media engagement window</a:t>
            </a:r>
          </a:p>
        </p:txBody>
      </p:sp>
    </p:spTree>
    <p:extLst>
      <p:ext uri="{BB962C8B-B14F-4D97-AF65-F5344CB8AC3E}">
        <p14:creationId xmlns:p14="http://schemas.microsoft.com/office/powerpoint/2010/main" val="198292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B3931-769E-0F55-7B22-F6DFCAB74A45}"/>
              </a:ext>
            </a:extLst>
          </p:cNvPr>
          <p:cNvSpPr>
            <a:spLocks noGrp="1"/>
          </p:cNvSpPr>
          <p:nvPr>
            <p:ph type="title"/>
          </p:nvPr>
        </p:nvSpPr>
        <p:spPr>
          <a:xfrm>
            <a:off x="6417733" y="490537"/>
            <a:ext cx="5291663" cy="1628775"/>
          </a:xfrm>
        </p:spPr>
        <p:txBody>
          <a:bodyPr anchor="b">
            <a:normAutofit/>
          </a:bodyPr>
          <a:lstStyle/>
          <a:p>
            <a:r>
              <a:rPr lang="en-US" sz="2800" b="1"/>
              <a:t>Persona 3 — The Event Organizer: “Jordan the Coordinator”</a:t>
            </a:r>
            <a:br>
              <a:rPr lang="en-US" sz="2800" b="1"/>
            </a:br>
            <a:endParaRPr lang="en-US" sz="2800"/>
          </a:p>
        </p:txBody>
      </p:sp>
      <p:pic>
        <p:nvPicPr>
          <p:cNvPr id="4" name="Picture 3">
            <a:extLst>
              <a:ext uri="{FF2B5EF4-FFF2-40B4-BE49-F238E27FC236}">
                <a16:creationId xmlns:a16="http://schemas.microsoft.com/office/drawing/2014/main" id="{CC9A1674-2F62-9DFC-ED7D-FD63698ACC66}"/>
              </a:ext>
            </a:extLst>
          </p:cNvPr>
          <p:cNvPicPr>
            <a:picLocks noChangeAspect="1"/>
          </p:cNvPicPr>
          <p:nvPr/>
        </p:nvPicPr>
        <p:blipFill>
          <a:blip r:embed="rId3">
            <a:extLst>
              <a:ext uri="{28A0092B-C50C-407E-A947-70E740481C1C}">
                <a14:useLocalDpi xmlns:a14="http://schemas.microsoft.com/office/drawing/2010/main" val="0"/>
              </a:ext>
            </a:extLst>
          </a:blip>
          <a:srcRect l="19063" r="21589" b="-2"/>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3" name="Content Placeholder 2">
            <a:extLst>
              <a:ext uri="{FF2B5EF4-FFF2-40B4-BE49-F238E27FC236}">
                <a16:creationId xmlns:a16="http://schemas.microsoft.com/office/drawing/2014/main" id="{1010AB9F-811B-7DB5-D803-4BF185304684}"/>
              </a:ext>
            </a:extLst>
          </p:cNvPr>
          <p:cNvSpPr>
            <a:spLocks noGrp="1"/>
          </p:cNvSpPr>
          <p:nvPr>
            <p:ph idx="1"/>
          </p:nvPr>
        </p:nvSpPr>
        <p:spPr>
          <a:xfrm>
            <a:off x="6417734" y="2614612"/>
            <a:ext cx="5291663" cy="3752849"/>
          </a:xfrm>
        </p:spPr>
        <p:txBody>
          <a:bodyPr>
            <a:normAutofit/>
          </a:bodyPr>
          <a:lstStyle/>
          <a:p>
            <a:pPr marL="0" indent="0">
              <a:buNone/>
            </a:pPr>
            <a:r>
              <a:rPr lang="en-US" sz="1500" b="1" dirty="0"/>
              <a:t>Background:</a:t>
            </a:r>
            <a:endParaRPr lang="en-US" sz="1500" dirty="0"/>
          </a:p>
          <a:p>
            <a:pPr marL="0" indent="0">
              <a:buNone/>
            </a:pPr>
            <a:r>
              <a:rPr lang="en-US" sz="1500" dirty="0"/>
              <a:t>Senior Events Manager organizing 15-20 company events annually. Needs secure, measurable photo distribution.</a:t>
            </a:r>
          </a:p>
          <a:p>
            <a:pPr marL="0" indent="0">
              <a:buNone/>
            </a:pPr>
            <a:endParaRPr lang="en-US" sz="1500" dirty="0"/>
          </a:p>
          <a:p>
            <a:pPr marL="0" indent="0">
              <a:buNone/>
            </a:pPr>
            <a:r>
              <a:rPr lang="en-US" sz="1500" b="1" dirty="0"/>
              <a:t>Goals:</a:t>
            </a:r>
            <a:endParaRPr lang="en-US" sz="1500" dirty="0"/>
          </a:p>
          <a:p>
            <a:pPr marL="0" indent="0">
              <a:buNone/>
            </a:pPr>
            <a:r>
              <a:rPr lang="en-US" sz="1500" dirty="0"/>
              <a:t>• Quick, secure photo delivery to employees</a:t>
            </a:r>
          </a:p>
          <a:p>
            <a:pPr marL="0" indent="0">
              <a:buNone/>
            </a:pPr>
            <a:r>
              <a:rPr lang="en-US" sz="1500" dirty="0"/>
              <a:t>• Track engagement and measure ROI</a:t>
            </a:r>
          </a:p>
          <a:p>
            <a:pPr marL="0" indent="0">
              <a:buNone/>
            </a:pPr>
            <a:endParaRPr lang="en-US" sz="1500" dirty="0"/>
          </a:p>
          <a:p>
            <a:pPr marL="0" indent="0">
              <a:buNone/>
            </a:pPr>
            <a:r>
              <a:rPr lang="en-US" sz="1500" b="1" dirty="0"/>
              <a:t>How FaceFind Helps:</a:t>
            </a:r>
            <a:endParaRPr lang="en-US" sz="1500" dirty="0"/>
          </a:p>
          <a:p>
            <a:pPr marL="0" indent="0">
              <a:buNone/>
            </a:pPr>
            <a:r>
              <a:rPr lang="en-US" sz="1500" dirty="0"/>
              <a:t>Private events with email whitelist, detailed analytics, 73% engagement in 48hrs</a:t>
            </a:r>
          </a:p>
        </p:txBody>
      </p:sp>
    </p:spTree>
    <p:extLst>
      <p:ext uri="{BB962C8B-B14F-4D97-AF65-F5344CB8AC3E}">
        <p14:creationId xmlns:p14="http://schemas.microsoft.com/office/powerpoint/2010/main" val="1781480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731520"/>
          </a:xfrm>
          <a:prstGeom prst="rect">
            <a:avLst/>
          </a:prstGeom>
          <a:noFill/>
          <a:ln/>
        </p:spPr>
        <p:txBody>
          <a:bodyPr wrap="square" lIns="0" tIns="0" rIns="0" bIns="0" rtlCol="0" anchor="ctr"/>
          <a:lstStyle/>
          <a:p>
            <a:r>
              <a:rPr lang="en-US" sz="4800" b="1" dirty="0">
                <a:solidFill>
                  <a:srgbClr val="1E2761"/>
                </a:solidFill>
              </a:rPr>
              <a:t>Technologies</a:t>
            </a:r>
            <a:endParaRPr lang="en-US" sz="4800" dirty="0"/>
          </a:p>
        </p:txBody>
      </p:sp>
      <p:sp>
        <p:nvSpPr>
          <p:cNvPr id="3" name="Shape 1"/>
          <p:cNvSpPr/>
          <p:nvPr/>
        </p:nvSpPr>
        <p:spPr>
          <a:xfrm>
            <a:off x="609600" y="1584960"/>
            <a:ext cx="3413760" cy="1828800"/>
          </a:xfrm>
          <a:prstGeom prst="rect">
            <a:avLst/>
          </a:prstGeom>
          <a:solidFill>
            <a:srgbClr val="F5F5F5"/>
          </a:solidFill>
          <a:ln/>
        </p:spPr>
        <p:txBody>
          <a:bodyPr/>
          <a:lstStyle/>
          <a:p>
            <a:endParaRPr lang="en-IN" sz="2400"/>
          </a:p>
        </p:txBody>
      </p:sp>
      <p:sp>
        <p:nvSpPr>
          <p:cNvPr id="4" name="Text 2"/>
          <p:cNvSpPr/>
          <p:nvPr/>
        </p:nvSpPr>
        <p:spPr>
          <a:xfrm>
            <a:off x="853440" y="1767840"/>
            <a:ext cx="2926080" cy="365760"/>
          </a:xfrm>
          <a:prstGeom prst="rect">
            <a:avLst/>
          </a:prstGeom>
          <a:noFill/>
          <a:ln/>
        </p:spPr>
        <p:txBody>
          <a:bodyPr wrap="square" rtlCol="0" anchor="ctr"/>
          <a:lstStyle/>
          <a:p>
            <a:r>
              <a:rPr lang="en-US" sz="2133" b="1" dirty="0">
                <a:solidFill>
                  <a:srgbClr val="028090"/>
                </a:solidFill>
              </a:rPr>
              <a:t>Frontend</a:t>
            </a:r>
            <a:endParaRPr lang="en-US" sz="2133" dirty="0"/>
          </a:p>
        </p:txBody>
      </p:sp>
      <p:sp>
        <p:nvSpPr>
          <p:cNvPr id="5" name="Text 3"/>
          <p:cNvSpPr/>
          <p:nvPr/>
        </p:nvSpPr>
        <p:spPr>
          <a:xfrm>
            <a:off x="975360" y="2255520"/>
            <a:ext cx="2682240" cy="975360"/>
          </a:xfrm>
          <a:prstGeom prst="rect">
            <a:avLst/>
          </a:prstGeom>
          <a:noFill/>
          <a:ln/>
        </p:spPr>
        <p:txBody>
          <a:bodyPr wrap="square" rtlCol="0" anchor="ctr"/>
          <a:lstStyle/>
          <a:p>
            <a:r>
              <a:rPr lang="en-US" sz="1600" dirty="0">
                <a:solidFill>
                  <a:srgbClr val="2C3E50"/>
                </a:solidFill>
              </a:rPr>
              <a:t>• React.js</a:t>
            </a:r>
            <a:endParaRPr lang="en-US" sz="1600" dirty="0"/>
          </a:p>
          <a:p>
            <a:r>
              <a:rPr lang="en-US" sz="1600" dirty="0">
                <a:solidFill>
                  <a:srgbClr val="2C3E50"/>
                </a:solidFill>
              </a:rPr>
              <a:t>• Redux Toolkit</a:t>
            </a:r>
            <a:endParaRPr lang="en-US" sz="1600" dirty="0"/>
          </a:p>
          <a:p>
            <a:r>
              <a:rPr lang="en-US" sz="1600" dirty="0">
                <a:solidFill>
                  <a:srgbClr val="2C3E50"/>
                </a:solidFill>
              </a:rPr>
              <a:t>• Tailwind CSS</a:t>
            </a:r>
            <a:endParaRPr lang="en-US" sz="1600" dirty="0"/>
          </a:p>
          <a:p>
            <a:r>
              <a:rPr lang="en-US" sz="1600" dirty="0">
                <a:solidFill>
                  <a:srgbClr val="2C3E50"/>
                </a:solidFill>
              </a:rPr>
              <a:t>• Socket.io Client</a:t>
            </a:r>
            <a:endParaRPr lang="en-US" sz="1600" dirty="0"/>
          </a:p>
        </p:txBody>
      </p:sp>
      <p:sp>
        <p:nvSpPr>
          <p:cNvPr id="6" name="Shape 4"/>
          <p:cNvSpPr/>
          <p:nvPr/>
        </p:nvSpPr>
        <p:spPr>
          <a:xfrm>
            <a:off x="4389120" y="1584960"/>
            <a:ext cx="3413760" cy="1828800"/>
          </a:xfrm>
          <a:prstGeom prst="rect">
            <a:avLst/>
          </a:prstGeom>
          <a:solidFill>
            <a:srgbClr val="F5F5F5"/>
          </a:solidFill>
          <a:ln/>
        </p:spPr>
        <p:txBody>
          <a:bodyPr/>
          <a:lstStyle/>
          <a:p>
            <a:endParaRPr lang="en-IN" sz="2400"/>
          </a:p>
        </p:txBody>
      </p:sp>
      <p:sp>
        <p:nvSpPr>
          <p:cNvPr id="7" name="Text 5"/>
          <p:cNvSpPr/>
          <p:nvPr/>
        </p:nvSpPr>
        <p:spPr>
          <a:xfrm>
            <a:off x="4632960" y="1767840"/>
            <a:ext cx="2926080" cy="365760"/>
          </a:xfrm>
          <a:prstGeom prst="rect">
            <a:avLst/>
          </a:prstGeom>
          <a:noFill/>
          <a:ln/>
        </p:spPr>
        <p:txBody>
          <a:bodyPr wrap="square" rtlCol="0" anchor="ctr"/>
          <a:lstStyle/>
          <a:p>
            <a:r>
              <a:rPr lang="en-US" sz="2133" b="1" dirty="0">
                <a:solidFill>
                  <a:srgbClr val="028090"/>
                </a:solidFill>
              </a:rPr>
              <a:t>Backend</a:t>
            </a:r>
            <a:endParaRPr lang="en-US" sz="2133" dirty="0"/>
          </a:p>
        </p:txBody>
      </p:sp>
      <p:sp>
        <p:nvSpPr>
          <p:cNvPr id="8" name="Text 6"/>
          <p:cNvSpPr/>
          <p:nvPr/>
        </p:nvSpPr>
        <p:spPr>
          <a:xfrm>
            <a:off x="4754880" y="2255520"/>
            <a:ext cx="2682240" cy="975360"/>
          </a:xfrm>
          <a:prstGeom prst="rect">
            <a:avLst/>
          </a:prstGeom>
          <a:noFill/>
          <a:ln/>
        </p:spPr>
        <p:txBody>
          <a:bodyPr wrap="square" rtlCol="0" anchor="ctr"/>
          <a:lstStyle/>
          <a:p>
            <a:r>
              <a:rPr lang="en-US" sz="1600" dirty="0">
                <a:solidFill>
                  <a:srgbClr val="2C3E50"/>
                </a:solidFill>
              </a:rPr>
              <a:t>• Node.js + Express</a:t>
            </a:r>
            <a:endParaRPr lang="en-US" sz="1600" dirty="0"/>
          </a:p>
          <a:p>
            <a:r>
              <a:rPr lang="en-US" sz="1600" dirty="0">
                <a:solidFill>
                  <a:srgbClr val="2C3E50"/>
                </a:solidFill>
              </a:rPr>
              <a:t>• MongoDB + Redis</a:t>
            </a:r>
            <a:endParaRPr lang="en-US" sz="1600" dirty="0"/>
          </a:p>
          <a:p>
            <a:r>
              <a:rPr lang="en-US" sz="1600" dirty="0">
                <a:solidFill>
                  <a:srgbClr val="2C3E50"/>
                </a:solidFill>
              </a:rPr>
              <a:t>• JWT Auth</a:t>
            </a:r>
            <a:endParaRPr lang="en-US" sz="1600" dirty="0"/>
          </a:p>
          <a:p>
            <a:r>
              <a:rPr lang="en-US" sz="1600" dirty="0">
                <a:solidFill>
                  <a:srgbClr val="2C3E50"/>
                </a:solidFill>
              </a:rPr>
              <a:t>• Socket.io</a:t>
            </a:r>
            <a:endParaRPr lang="en-US" sz="1600" dirty="0"/>
          </a:p>
        </p:txBody>
      </p:sp>
      <p:sp>
        <p:nvSpPr>
          <p:cNvPr id="9" name="Shape 7"/>
          <p:cNvSpPr/>
          <p:nvPr/>
        </p:nvSpPr>
        <p:spPr>
          <a:xfrm>
            <a:off x="8168640" y="1584960"/>
            <a:ext cx="3413760" cy="1828800"/>
          </a:xfrm>
          <a:prstGeom prst="rect">
            <a:avLst/>
          </a:prstGeom>
          <a:solidFill>
            <a:srgbClr val="F5F5F5"/>
          </a:solidFill>
          <a:ln/>
        </p:spPr>
        <p:txBody>
          <a:bodyPr/>
          <a:lstStyle/>
          <a:p>
            <a:endParaRPr lang="en-IN" sz="2400"/>
          </a:p>
        </p:txBody>
      </p:sp>
      <p:sp>
        <p:nvSpPr>
          <p:cNvPr id="10" name="Text 8"/>
          <p:cNvSpPr/>
          <p:nvPr/>
        </p:nvSpPr>
        <p:spPr>
          <a:xfrm>
            <a:off x="8412480" y="1767840"/>
            <a:ext cx="2926080" cy="365760"/>
          </a:xfrm>
          <a:prstGeom prst="rect">
            <a:avLst/>
          </a:prstGeom>
          <a:noFill/>
          <a:ln/>
        </p:spPr>
        <p:txBody>
          <a:bodyPr wrap="square" rtlCol="0" anchor="ctr"/>
          <a:lstStyle/>
          <a:p>
            <a:r>
              <a:rPr lang="en-US" sz="2133" b="1" dirty="0">
                <a:solidFill>
                  <a:srgbClr val="028090"/>
                </a:solidFill>
              </a:rPr>
              <a:t>Machine Learning</a:t>
            </a:r>
            <a:endParaRPr lang="en-US" sz="2133" dirty="0"/>
          </a:p>
        </p:txBody>
      </p:sp>
      <p:sp>
        <p:nvSpPr>
          <p:cNvPr id="11" name="Text 9"/>
          <p:cNvSpPr/>
          <p:nvPr/>
        </p:nvSpPr>
        <p:spPr>
          <a:xfrm>
            <a:off x="8412480" y="2255520"/>
            <a:ext cx="2926080" cy="975360"/>
          </a:xfrm>
          <a:prstGeom prst="rect">
            <a:avLst/>
          </a:prstGeom>
          <a:noFill/>
          <a:ln/>
        </p:spPr>
        <p:txBody>
          <a:bodyPr wrap="square" rtlCol="0" anchor="ctr"/>
          <a:lstStyle/>
          <a:p>
            <a:r>
              <a:rPr lang="en-US" sz="1600" dirty="0">
                <a:solidFill>
                  <a:srgbClr val="2C3E50"/>
                </a:solidFill>
              </a:rPr>
              <a:t>• Python + PyTorch</a:t>
            </a:r>
            <a:endParaRPr lang="en-US" sz="1600" dirty="0"/>
          </a:p>
          <a:p>
            <a:r>
              <a:rPr lang="en-US" sz="1600" dirty="0">
                <a:solidFill>
                  <a:srgbClr val="2C3E50"/>
                </a:solidFill>
              </a:rPr>
              <a:t>• FastAPI</a:t>
            </a:r>
            <a:endParaRPr lang="en-US" sz="1600" dirty="0"/>
          </a:p>
          <a:p>
            <a:r>
              <a:rPr lang="en-US" sz="1600" dirty="0">
                <a:solidFill>
                  <a:srgbClr val="2C3E50"/>
                </a:solidFill>
              </a:rPr>
              <a:t>• InsightFace</a:t>
            </a:r>
            <a:endParaRPr lang="en-US" sz="1600" dirty="0"/>
          </a:p>
          <a:p>
            <a:r>
              <a:rPr lang="en-US" sz="1600" dirty="0">
                <a:solidFill>
                  <a:srgbClr val="2C3E50"/>
                </a:solidFill>
              </a:rPr>
              <a:t>• OpenCV + NumPy</a:t>
            </a:r>
            <a:endParaRPr lang="en-US" sz="1600" dirty="0"/>
          </a:p>
        </p:txBody>
      </p:sp>
      <p:sp>
        <p:nvSpPr>
          <p:cNvPr id="12" name="Shape 10"/>
          <p:cNvSpPr/>
          <p:nvPr/>
        </p:nvSpPr>
        <p:spPr>
          <a:xfrm>
            <a:off x="609600" y="3779520"/>
            <a:ext cx="5120640" cy="1828800"/>
          </a:xfrm>
          <a:prstGeom prst="rect">
            <a:avLst/>
          </a:prstGeom>
          <a:solidFill>
            <a:srgbClr val="028090">
              <a:alpha val="90000"/>
            </a:srgbClr>
          </a:solidFill>
          <a:ln/>
        </p:spPr>
        <p:txBody>
          <a:bodyPr/>
          <a:lstStyle/>
          <a:p>
            <a:endParaRPr lang="en-IN" sz="2400"/>
          </a:p>
        </p:txBody>
      </p:sp>
      <p:sp>
        <p:nvSpPr>
          <p:cNvPr id="13" name="Text 11"/>
          <p:cNvSpPr/>
          <p:nvPr/>
        </p:nvSpPr>
        <p:spPr>
          <a:xfrm>
            <a:off x="853440" y="3962400"/>
            <a:ext cx="4632960" cy="365760"/>
          </a:xfrm>
          <a:prstGeom prst="rect">
            <a:avLst/>
          </a:prstGeom>
          <a:noFill/>
          <a:ln/>
        </p:spPr>
        <p:txBody>
          <a:bodyPr wrap="square" rtlCol="0" anchor="ctr"/>
          <a:lstStyle/>
          <a:p>
            <a:r>
              <a:rPr lang="en-US" sz="2133" b="1" dirty="0">
                <a:solidFill>
                  <a:srgbClr val="028090"/>
                </a:solidFill>
              </a:rPr>
              <a:t>Cloud &amp; DevOps</a:t>
            </a:r>
            <a:endParaRPr lang="en-US" sz="2133" dirty="0"/>
          </a:p>
        </p:txBody>
      </p:sp>
      <p:sp>
        <p:nvSpPr>
          <p:cNvPr id="14" name="Text 12"/>
          <p:cNvSpPr/>
          <p:nvPr/>
        </p:nvSpPr>
        <p:spPr>
          <a:xfrm>
            <a:off x="975360" y="4450080"/>
            <a:ext cx="4389120" cy="975360"/>
          </a:xfrm>
          <a:prstGeom prst="rect">
            <a:avLst/>
          </a:prstGeom>
          <a:noFill/>
          <a:ln/>
        </p:spPr>
        <p:txBody>
          <a:bodyPr wrap="square" rtlCol="0" anchor="ctr"/>
          <a:lstStyle/>
          <a:p>
            <a:r>
              <a:rPr lang="en-US" sz="1600" dirty="0">
                <a:solidFill>
                  <a:srgbClr val="2C3E50"/>
                </a:solidFill>
              </a:rPr>
              <a:t>• AWS S3 + CloudFront CDN</a:t>
            </a:r>
            <a:endParaRPr lang="en-US" sz="1600" dirty="0"/>
          </a:p>
          <a:p>
            <a:r>
              <a:rPr lang="en-US" sz="1600" dirty="0">
                <a:solidFill>
                  <a:srgbClr val="2C3E50"/>
                </a:solidFill>
              </a:rPr>
              <a:t>• Docker Containers</a:t>
            </a:r>
            <a:endParaRPr lang="en-US" sz="1600" dirty="0"/>
          </a:p>
          <a:p>
            <a:r>
              <a:rPr lang="en-US" sz="1600" dirty="0">
                <a:solidFill>
                  <a:srgbClr val="2C3E50"/>
                </a:solidFill>
              </a:rPr>
              <a:t>• GitHub Actions (CI/CD)</a:t>
            </a:r>
            <a:endParaRPr lang="en-US" sz="1600" dirty="0"/>
          </a:p>
          <a:p>
            <a:r>
              <a:rPr lang="en-US" sz="1600" dirty="0">
                <a:solidFill>
                  <a:srgbClr val="2C3E50"/>
                </a:solidFill>
              </a:rPr>
              <a:t>• Nginx Reverse Proxy</a:t>
            </a:r>
            <a:endParaRPr lang="en-US" sz="1600" dirty="0"/>
          </a:p>
        </p:txBody>
      </p:sp>
      <p:sp>
        <p:nvSpPr>
          <p:cNvPr id="15" name="Shape 13"/>
          <p:cNvSpPr/>
          <p:nvPr/>
        </p:nvSpPr>
        <p:spPr>
          <a:xfrm>
            <a:off x="6096000" y="3779520"/>
            <a:ext cx="5486400" cy="1828800"/>
          </a:xfrm>
          <a:prstGeom prst="rect">
            <a:avLst/>
          </a:prstGeom>
          <a:solidFill>
            <a:srgbClr val="00A896">
              <a:alpha val="90000"/>
            </a:srgbClr>
          </a:solidFill>
          <a:ln/>
        </p:spPr>
        <p:txBody>
          <a:bodyPr/>
          <a:lstStyle/>
          <a:p>
            <a:endParaRPr lang="en-IN" sz="2400"/>
          </a:p>
        </p:txBody>
      </p:sp>
      <p:sp>
        <p:nvSpPr>
          <p:cNvPr id="16" name="Text 14"/>
          <p:cNvSpPr/>
          <p:nvPr/>
        </p:nvSpPr>
        <p:spPr>
          <a:xfrm>
            <a:off x="6339840" y="3962400"/>
            <a:ext cx="4876800" cy="365760"/>
          </a:xfrm>
          <a:prstGeom prst="rect">
            <a:avLst/>
          </a:prstGeom>
          <a:noFill/>
          <a:ln/>
        </p:spPr>
        <p:txBody>
          <a:bodyPr wrap="square" rtlCol="0" anchor="ctr"/>
          <a:lstStyle/>
          <a:p>
            <a:r>
              <a:rPr lang="en-US" sz="2133" b="1" dirty="0">
                <a:solidFill>
                  <a:srgbClr val="00A896"/>
                </a:solidFill>
              </a:rPr>
              <a:t>Complete MERN Stack</a:t>
            </a:r>
            <a:endParaRPr lang="en-US" sz="2133" dirty="0"/>
          </a:p>
        </p:txBody>
      </p:sp>
      <p:sp>
        <p:nvSpPr>
          <p:cNvPr id="17" name="Text 15"/>
          <p:cNvSpPr/>
          <p:nvPr/>
        </p:nvSpPr>
        <p:spPr>
          <a:xfrm>
            <a:off x="6461760" y="4450080"/>
            <a:ext cx="4876800" cy="853440"/>
          </a:xfrm>
          <a:prstGeom prst="rect">
            <a:avLst/>
          </a:prstGeom>
          <a:noFill/>
          <a:ln/>
        </p:spPr>
        <p:txBody>
          <a:bodyPr wrap="square" rtlCol="0" anchor="ctr"/>
          <a:lstStyle/>
          <a:p>
            <a:r>
              <a:rPr lang="en-US" sz="1733" dirty="0">
                <a:solidFill>
                  <a:srgbClr val="2C3E50"/>
                </a:solidFill>
              </a:rPr>
              <a:t>MongoDB + Express + React + Node.js</a:t>
            </a:r>
            <a:endParaRPr lang="en-US" sz="1733" dirty="0"/>
          </a:p>
          <a:p>
            <a:r>
              <a:rPr lang="en-US" sz="1733" dirty="0">
                <a:solidFill>
                  <a:srgbClr val="2C3E50"/>
                </a:solidFill>
              </a:rPr>
              <a:t>+ Python ML Microservice</a:t>
            </a:r>
            <a:endParaRPr lang="en-US" sz="1733" dirty="0"/>
          </a:p>
          <a:p>
            <a:r>
              <a:rPr lang="en-US" sz="1733" dirty="0">
                <a:solidFill>
                  <a:srgbClr val="2C3E50"/>
                </a:solidFill>
              </a:rPr>
              <a:t>+ Cloud Infrastructure (AWS)</a:t>
            </a:r>
            <a:endParaRPr lang="en-US" sz="173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B024-B15F-655B-E5F8-8EA7FE919901}"/>
              </a:ext>
            </a:extLst>
          </p:cNvPr>
          <p:cNvSpPr>
            <a:spLocks noGrp="1"/>
          </p:cNvSpPr>
          <p:nvPr>
            <p:ph type="title"/>
          </p:nvPr>
        </p:nvSpPr>
        <p:spPr/>
        <p:txBody>
          <a:bodyPr/>
          <a:lstStyle/>
          <a:p>
            <a:r>
              <a:rPr lang="en-US" dirty="0"/>
              <a:t>Algorithms</a:t>
            </a:r>
          </a:p>
        </p:txBody>
      </p:sp>
      <p:graphicFrame>
        <p:nvGraphicFramePr>
          <p:cNvPr id="5" name="Content Placeholder 2">
            <a:extLst>
              <a:ext uri="{FF2B5EF4-FFF2-40B4-BE49-F238E27FC236}">
                <a16:creationId xmlns:a16="http://schemas.microsoft.com/office/drawing/2014/main" id="{17FF5FAB-E0C3-682D-546C-A5D05CE32C2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587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475B26-BAB4-0367-52FD-C72763A4243B}"/>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Project Schedule &amp; Cadence</a:t>
            </a:r>
          </a:p>
        </p:txBody>
      </p:sp>
      <p:sp>
        <p:nvSpPr>
          <p:cNvPr id="3" name="Content Placeholder 2">
            <a:extLst>
              <a:ext uri="{FF2B5EF4-FFF2-40B4-BE49-F238E27FC236}">
                <a16:creationId xmlns:a16="http://schemas.microsoft.com/office/drawing/2014/main" id="{70432BC2-FB44-4617-DFCD-062193598EBD}"/>
              </a:ext>
            </a:extLst>
          </p:cNvPr>
          <p:cNvSpPr>
            <a:spLocks noGrp="1"/>
          </p:cNvSpPr>
          <p:nvPr>
            <p:ph idx="1"/>
          </p:nvPr>
        </p:nvSpPr>
        <p:spPr>
          <a:xfrm>
            <a:off x="6172200" y="804672"/>
            <a:ext cx="5221224" cy="5230368"/>
          </a:xfrm>
        </p:spPr>
        <p:txBody>
          <a:bodyPr anchor="ctr">
            <a:normAutofit/>
          </a:bodyPr>
          <a:lstStyle/>
          <a:p>
            <a:r>
              <a:rPr lang="en-US" sz="1800" b="1" dirty="0">
                <a:solidFill>
                  <a:schemeClr val="tx2"/>
                </a:solidFill>
              </a:rPr>
              <a:t>Sprint Cadence</a:t>
            </a:r>
          </a:p>
          <a:p>
            <a:r>
              <a:rPr lang="en-US" sz="1800" b="1" dirty="0">
                <a:solidFill>
                  <a:schemeClr val="tx2"/>
                </a:solidFill>
              </a:rPr>
              <a:t>Sprint Length: 2 weeks</a:t>
            </a:r>
          </a:p>
          <a:p>
            <a:r>
              <a:rPr lang="en-US" sz="1800" b="1" dirty="0">
                <a:solidFill>
                  <a:schemeClr val="tx2"/>
                </a:solidFill>
              </a:rPr>
              <a:t>Daily Standup: 15 minutes</a:t>
            </a:r>
          </a:p>
          <a:p>
            <a:r>
              <a:rPr lang="en-US" sz="1800" b="1" dirty="0">
                <a:solidFill>
                  <a:schemeClr val="tx2"/>
                </a:solidFill>
              </a:rPr>
              <a:t>Sprint Planning: Start of each sprint</a:t>
            </a:r>
          </a:p>
          <a:p>
            <a:r>
              <a:rPr lang="en-US" sz="1800" b="1" dirty="0">
                <a:solidFill>
                  <a:schemeClr val="tx2"/>
                </a:solidFill>
              </a:rPr>
              <a:t>Sprint Review: End of each sprint</a:t>
            </a:r>
          </a:p>
          <a:p>
            <a:r>
              <a:rPr lang="en-US" sz="1800" b="1" dirty="0">
                <a:solidFill>
                  <a:schemeClr val="tx2"/>
                </a:solidFill>
              </a:rPr>
              <a:t>Retrospective: End of each sprint</a:t>
            </a:r>
          </a:p>
          <a:p>
            <a:r>
              <a:rPr lang="en-US" sz="1800" b="1" dirty="0">
                <a:solidFill>
                  <a:schemeClr val="tx2"/>
                </a:solidFill>
              </a:rPr>
              <a:t>Weekly Tech Sync: Twice per week</a:t>
            </a:r>
          </a:p>
          <a:p>
            <a:endParaRPr lang="en-US" sz="1800" dirty="0">
              <a:solidFill>
                <a:schemeClr val="tx2"/>
              </a:solidFill>
            </a:endParaRPr>
          </a:p>
        </p:txBody>
      </p:sp>
    </p:spTree>
    <p:extLst>
      <p:ext uri="{BB962C8B-B14F-4D97-AF65-F5344CB8AC3E}">
        <p14:creationId xmlns:p14="http://schemas.microsoft.com/office/powerpoint/2010/main" val="1298599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35ADAF7-9BEB-4FA3-AE9F-4CF47620E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22898E2-F035-5FBE-3EAE-4A7565376A08}"/>
              </a:ext>
            </a:extLst>
          </p:cNvPr>
          <p:cNvSpPr>
            <a:spLocks noGrp="1"/>
          </p:cNvSpPr>
          <p:nvPr>
            <p:ph type="title"/>
          </p:nvPr>
        </p:nvSpPr>
        <p:spPr>
          <a:xfrm>
            <a:off x="499647" y="431212"/>
            <a:ext cx="3420305" cy="1906317"/>
          </a:xfrm>
        </p:spPr>
        <p:txBody>
          <a:bodyPr>
            <a:normAutofit/>
          </a:bodyPr>
          <a:lstStyle/>
          <a:p>
            <a:pPr algn="ctr"/>
            <a:r>
              <a:rPr lang="en-US" sz="2800" b="1" dirty="0"/>
              <a:t>Team Working Agreement</a:t>
            </a:r>
          </a:p>
        </p:txBody>
      </p:sp>
      <p:sp>
        <p:nvSpPr>
          <p:cNvPr id="14" name="Rectangle 13">
            <a:extLst>
              <a:ext uri="{FF2B5EF4-FFF2-40B4-BE49-F238E27FC236}">
                <a16:creationId xmlns:a16="http://schemas.microsoft.com/office/drawing/2014/main" id="{57BB0BA7-0383-4937-8874-B01AAA08E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8743"/>
            <a:ext cx="4310288" cy="408925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ontract">
            <a:extLst>
              <a:ext uri="{FF2B5EF4-FFF2-40B4-BE49-F238E27FC236}">
                <a16:creationId xmlns:a16="http://schemas.microsoft.com/office/drawing/2014/main" id="{49C7FAA0-27B0-8338-F715-BE719EEFDE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2244" y="3090471"/>
            <a:ext cx="3445801" cy="3445801"/>
          </a:xfrm>
          <a:prstGeom prst="rect">
            <a:avLst/>
          </a:prstGeom>
        </p:spPr>
      </p:pic>
      <p:sp>
        <p:nvSpPr>
          <p:cNvPr id="3" name="Content Placeholder 2">
            <a:extLst>
              <a:ext uri="{FF2B5EF4-FFF2-40B4-BE49-F238E27FC236}">
                <a16:creationId xmlns:a16="http://schemas.microsoft.com/office/drawing/2014/main" id="{0FBD967C-E9C8-C1A4-EBF2-B0A0CA48DA2F}"/>
              </a:ext>
            </a:extLst>
          </p:cNvPr>
          <p:cNvSpPr>
            <a:spLocks noGrp="1"/>
          </p:cNvSpPr>
          <p:nvPr>
            <p:ph idx="1"/>
          </p:nvPr>
        </p:nvSpPr>
        <p:spPr>
          <a:xfrm>
            <a:off x="5360176" y="678955"/>
            <a:ext cx="5586448" cy="5409743"/>
          </a:xfrm>
        </p:spPr>
        <p:txBody>
          <a:bodyPr anchor="ctr">
            <a:normAutofit/>
          </a:bodyPr>
          <a:lstStyle/>
          <a:p>
            <a:pPr marL="0" indent="0">
              <a:buNone/>
            </a:pPr>
            <a:r>
              <a:rPr lang="en-US" sz="1700" dirty="0"/>
              <a:t>This agreement outlines the expectations, responsibilities, and commitments of all team members throughout the duration of the project. By signing this document, each member agrees to uphold the standards listed below to ensure a productive, respectful, and collaborative working environment.</a:t>
            </a:r>
          </a:p>
          <a:p>
            <a:pPr marL="0" indent="0">
              <a:buNone/>
            </a:pPr>
            <a:r>
              <a:rPr lang="en-US" sz="1700" b="1" dirty="0"/>
              <a:t>1. Communication</a:t>
            </a:r>
            <a:endParaRPr lang="en-US" sz="1700" dirty="0"/>
          </a:p>
          <a:p>
            <a:r>
              <a:rPr lang="en-US" sz="1700" dirty="0"/>
              <a:t>The team will use </a:t>
            </a:r>
            <a:r>
              <a:rPr lang="en-US" sz="1700" b="1" dirty="0"/>
              <a:t>Slack / Microsoft Teams/ Google Meet</a:t>
            </a:r>
            <a:r>
              <a:rPr lang="en-US" sz="1700" dirty="0"/>
              <a:t> as the primary communication platform.</a:t>
            </a:r>
          </a:p>
          <a:p>
            <a:r>
              <a:rPr lang="en-US" sz="1700" dirty="0"/>
              <a:t>All members agree to respond to messages </a:t>
            </a:r>
            <a:r>
              <a:rPr lang="en-US" sz="1700" b="1" dirty="0"/>
              <a:t>within 12 hours</a:t>
            </a:r>
            <a:r>
              <a:rPr lang="en-US" sz="1700" dirty="0"/>
              <a:t>.</a:t>
            </a:r>
          </a:p>
          <a:p>
            <a:r>
              <a:rPr lang="en-US" sz="1700" dirty="0"/>
              <a:t>Important updates, blockers, or delays must be communicated promptly and transparently.</a:t>
            </a:r>
          </a:p>
          <a:p>
            <a:pPr marL="0" indent="0">
              <a:buNone/>
            </a:pPr>
            <a:r>
              <a:rPr lang="en-US" sz="1700" b="1" dirty="0"/>
              <a:t>2. Meetings</a:t>
            </a:r>
            <a:endParaRPr lang="en-US" sz="1700" dirty="0"/>
          </a:p>
          <a:p>
            <a:r>
              <a:rPr lang="en-US" sz="1700" dirty="0"/>
              <a:t>All team members agree to:</a:t>
            </a:r>
          </a:p>
          <a:p>
            <a:r>
              <a:rPr lang="en-US" sz="1700" dirty="0"/>
              <a:t>Attend </a:t>
            </a:r>
            <a:r>
              <a:rPr lang="en-US" sz="1700" b="1" dirty="0"/>
              <a:t>all sprint ceremonies</a:t>
            </a:r>
            <a:r>
              <a:rPr lang="en-US" sz="1700" dirty="0"/>
              <a:t>, including:</a:t>
            </a:r>
          </a:p>
          <a:p>
            <a:pPr lvl="1"/>
            <a:r>
              <a:rPr lang="en-US" sz="1700" dirty="0"/>
              <a:t>Sprint Planning</a:t>
            </a:r>
          </a:p>
          <a:p>
            <a:pPr lvl="1"/>
            <a:r>
              <a:rPr lang="en-US" sz="1700" dirty="0"/>
              <a:t>Daily Standups</a:t>
            </a:r>
          </a:p>
          <a:p>
            <a:pPr lvl="1"/>
            <a:endParaRPr lang="en-US" sz="1700" dirty="0"/>
          </a:p>
          <a:p>
            <a:endParaRPr lang="en-US" sz="1700" dirty="0"/>
          </a:p>
        </p:txBody>
      </p:sp>
      <p:sp>
        <p:nvSpPr>
          <p:cNvPr id="16" name="Rectangle 15">
            <a:extLst>
              <a:ext uri="{FF2B5EF4-FFF2-40B4-BE49-F238E27FC236}">
                <a16:creationId xmlns:a16="http://schemas.microsoft.com/office/drawing/2014/main" id="{ACD3AB31-A71C-4414-BA05-CF667CBA3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89741"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4073596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D50EB8-B5F2-03E6-A612-26FEDFC22DC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E998ED-4FC6-1E66-208C-C10E6604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3E23358-C591-30D1-7FB2-77124BA090A8}"/>
              </a:ext>
            </a:extLst>
          </p:cNvPr>
          <p:cNvSpPr>
            <a:spLocks noGrp="1"/>
          </p:cNvSpPr>
          <p:nvPr>
            <p:ph type="title"/>
          </p:nvPr>
        </p:nvSpPr>
        <p:spPr>
          <a:xfrm>
            <a:off x="499647" y="431212"/>
            <a:ext cx="3420305" cy="1906317"/>
          </a:xfrm>
        </p:spPr>
        <p:txBody>
          <a:bodyPr>
            <a:normAutofit/>
          </a:bodyPr>
          <a:lstStyle/>
          <a:p>
            <a:pPr algn="ctr"/>
            <a:r>
              <a:rPr lang="en-US" sz="2800"/>
              <a:t>Team Working Agreement</a:t>
            </a:r>
          </a:p>
        </p:txBody>
      </p:sp>
      <p:sp>
        <p:nvSpPr>
          <p:cNvPr id="14" name="Rectangle 13">
            <a:extLst>
              <a:ext uri="{FF2B5EF4-FFF2-40B4-BE49-F238E27FC236}">
                <a16:creationId xmlns:a16="http://schemas.microsoft.com/office/drawing/2014/main" id="{413BE9DA-7088-EBE7-5043-60577033B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8743"/>
            <a:ext cx="4310288" cy="408925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ontract">
            <a:extLst>
              <a:ext uri="{FF2B5EF4-FFF2-40B4-BE49-F238E27FC236}">
                <a16:creationId xmlns:a16="http://schemas.microsoft.com/office/drawing/2014/main" id="{EBCED156-25CA-2C00-9BF9-3A58051A66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2244" y="3090471"/>
            <a:ext cx="3445801" cy="3445801"/>
          </a:xfrm>
          <a:prstGeom prst="rect">
            <a:avLst/>
          </a:prstGeom>
        </p:spPr>
      </p:pic>
      <p:sp>
        <p:nvSpPr>
          <p:cNvPr id="3" name="Content Placeholder 2">
            <a:extLst>
              <a:ext uri="{FF2B5EF4-FFF2-40B4-BE49-F238E27FC236}">
                <a16:creationId xmlns:a16="http://schemas.microsoft.com/office/drawing/2014/main" id="{350CD490-6261-BA75-1307-A56DF3805092}"/>
              </a:ext>
            </a:extLst>
          </p:cNvPr>
          <p:cNvSpPr>
            <a:spLocks noGrp="1"/>
          </p:cNvSpPr>
          <p:nvPr>
            <p:ph idx="1"/>
          </p:nvPr>
        </p:nvSpPr>
        <p:spPr>
          <a:xfrm>
            <a:off x="5478149" y="1026825"/>
            <a:ext cx="5586448" cy="5409743"/>
          </a:xfrm>
        </p:spPr>
        <p:txBody>
          <a:bodyPr anchor="ctr">
            <a:normAutofit fontScale="85000" lnSpcReduction="20000"/>
          </a:bodyPr>
          <a:lstStyle/>
          <a:p>
            <a:pPr marL="0" indent="0">
              <a:buNone/>
            </a:pPr>
            <a:r>
              <a:rPr lang="en-US" sz="1800" b="1" dirty="0"/>
              <a:t>3. Work Expectations</a:t>
            </a:r>
          </a:p>
          <a:p>
            <a:r>
              <a:rPr lang="en-US" sz="1800" dirty="0"/>
              <a:t>Each team member commits to:</a:t>
            </a:r>
          </a:p>
          <a:p>
            <a:r>
              <a:rPr lang="en-US" sz="1800" dirty="0"/>
              <a:t>Completing assigned tasks before the deadline.</a:t>
            </a:r>
          </a:p>
          <a:p>
            <a:r>
              <a:rPr lang="en-US" sz="1800" dirty="0"/>
              <a:t>Avoiding last‑minute submissions that create unnecessary pressure on others.</a:t>
            </a:r>
          </a:p>
          <a:p>
            <a:r>
              <a:rPr lang="en-US" sz="1800" dirty="0"/>
              <a:t>Submitting work for peer review before merging into the main branch.</a:t>
            </a:r>
          </a:p>
          <a:p>
            <a:r>
              <a:rPr lang="en-US" sz="1800" dirty="0"/>
              <a:t>Communicating blockers early so the team can assist and adjust accordingly.</a:t>
            </a:r>
          </a:p>
          <a:p>
            <a:pPr marL="0" indent="0">
              <a:buNone/>
            </a:pPr>
            <a:r>
              <a:rPr lang="en-US" sz="1800" b="1" dirty="0"/>
              <a:t>4. Accountability</a:t>
            </a:r>
          </a:p>
          <a:p>
            <a:r>
              <a:rPr lang="en-US" sz="1800" dirty="0"/>
              <a:t>If a team member cannot complete a task, they must notify the team immediately.</a:t>
            </a:r>
          </a:p>
          <a:p>
            <a:r>
              <a:rPr lang="en-US" sz="1800" dirty="0"/>
              <a:t>The team agrees to maintain a supportive, no‑blame culture.</a:t>
            </a:r>
          </a:p>
          <a:p>
            <a:r>
              <a:rPr lang="en-US" sz="1800" dirty="0"/>
              <a:t>Each member is responsible not only for their own tasks but also for contributing to the overall success of the sprint.</a:t>
            </a:r>
          </a:p>
          <a:p>
            <a:pPr marL="0" indent="0">
              <a:buNone/>
            </a:pPr>
            <a:r>
              <a:rPr lang="en-US" sz="1800" b="1" dirty="0"/>
              <a:t>5. Team Values</a:t>
            </a:r>
          </a:p>
          <a:p>
            <a:r>
              <a:rPr lang="en-US" sz="1800" dirty="0"/>
              <a:t>We agree to uphold the following values:</a:t>
            </a:r>
          </a:p>
          <a:p>
            <a:r>
              <a:rPr lang="en-US" sz="1800" dirty="0"/>
              <a:t>Respect for each other’s time, effort, and contributions</a:t>
            </a:r>
          </a:p>
          <a:p>
            <a:r>
              <a:rPr lang="en-US" sz="1800" dirty="0"/>
              <a:t>Honest and open communication</a:t>
            </a:r>
          </a:p>
          <a:p>
            <a:r>
              <a:rPr lang="en-US" sz="1800" dirty="0"/>
              <a:t>Collaboration and willingness to help teammates</a:t>
            </a:r>
          </a:p>
          <a:p>
            <a:r>
              <a:rPr lang="en-US" sz="1800" dirty="0"/>
              <a:t>Professionalism, positivity, and shared ownership of outcomes</a:t>
            </a:r>
          </a:p>
          <a:p>
            <a:pPr lvl="1"/>
            <a:endParaRPr lang="en-US" sz="1700" dirty="0"/>
          </a:p>
          <a:p>
            <a:endParaRPr lang="en-US" sz="1700" dirty="0"/>
          </a:p>
        </p:txBody>
      </p:sp>
      <p:sp>
        <p:nvSpPr>
          <p:cNvPr id="16" name="Rectangle 15">
            <a:extLst>
              <a:ext uri="{FF2B5EF4-FFF2-40B4-BE49-F238E27FC236}">
                <a16:creationId xmlns:a16="http://schemas.microsoft.com/office/drawing/2014/main" id="{85A19168-8167-5CD9-4493-309AA695E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89741"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4255374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DCD1-84B1-040A-2D3B-381917985F11}"/>
              </a:ext>
            </a:extLst>
          </p:cNvPr>
          <p:cNvSpPr>
            <a:spLocks noGrp="1"/>
          </p:cNvSpPr>
          <p:nvPr>
            <p:ph type="title"/>
          </p:nvPr>
        </p:nvSpPr>
        <p:spPr/>
        <p:txBody>
          <a:bodyPr/>
          <a:lstStyle/>
          <a:p>
            <a:r>
              <a:rPr lang="en-US"/>
              <a:t>Retrospective</a:t>
            </a:r>
            <a:endParaRPr lang="en-US" dirty="0"/>
          </a:p>
        </p:txBody>
      </p:sp>
      <p:graphicFrame>
        <p:nvGraphicFramePr>
          <p:cNvPr id="5" name="Content Placeholder 2">
            <a:extLst>
              <a:ext uri="{FF2B5EF4-FFF2-40B4-BE49-F238E27FC236}">
                <a16:creationId xmlns:a16="http://schemas.microsoft.com/office/drawing/2014/main" id="{58B4DAF0-A8C4-FA2E-733A-AFECB82E32B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4483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9848B0E-3C3E-4387-B640-874BEB2CFCC2}"/>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rPr>
              <a:t>Group Wiki Page Link</a:t>
            </a:r>
            <a:br>
              <a:rPr lang="en-US" sz="5400" dirty="0">
                <a:solidFill>
                  <a:schemeClr val="bg1">
                    <a:lumMod val="95000"/>
                    <a:lumOff val="5000"/>
                  </a:schemeClr>
                </a:solidFill>
              </a:rPr>
            </a:br>
            <a:br>
              <a:rPr lang="en-US" sz="5400" dirty="0">
                <a:solidFill>
                  <a:schemeClr val="bg1">
                    <a:lumMod val="95000"/>
                    <a:lumOff val="5000"/>
                  </a:schemeClr>
                </a:solidFill>
              </a:rPr>
            </a:br>
            <a:r>
              <a:rPr lang="en-US" sz="2400" dirty="0">
                <a:solidFill>
                  <a:schemeClr val="bg1">
                    <a:lumMod val="95000"/>
                    <a:lumOff val="5000"/>
                  </a:schemeClr>
                </a:solidFill>
                <a:hlinkClick r:id="rId2"/>
              </a:rPr>
              <a:t>https://github.com/JashBerawala/Pace-Project-Team7/wiki</a:t>
            </a:r>
            <a:br>
              <a:rPr lang="en-US" sz="5400" dirty="0">
                <a:solidFill>
                  <a:schemeClr val="bg1">
                    <a:lumMod val="95000"/>
                    <a:lumOff val="5000"/>
                  </a:schemeClr>
                </a:solidFill>
              </a:rPr>
            </a:br>
            <a:endParaRPr lang="en-US" sz="5400" dirty="0">
              <a:solidFill>
                <a:schemeClr val="bg1">
                  <a:lumMod val="95000"/>
                  <a:lumOff val="5000"/>
                </a:schemeClr>
              </a:solidFill>
            </a:endParaRPr>
          </a:p>
        </p:txBody>
      </p:sp>
    </p:spTree>
    <p:extLst>
      <p:ext uri="{BB962C8B-B14F-4D97-AF65-F5344CB8AC3E}">
        <p14:creationId xmlns:p14="http://schemas.microsoft.com/office/powerpoint/2010/main" val="284239095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1EC291-DC97-1640-D2DE-D397171FC28C}"/>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6F448DDA-4805-29A7-B3C9-D2733DA0F3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8" name="Graphic 7" descr="Smiling Face with No Fill">
            <a:extLst>
              <a:ext uri="{FF2B5EF4-FFF2-40B4-BE49-F238E27FC236}">
                <a16:creationId xmlns:a16="http://schemas.microsoft.com/office/drawing/2014/main" id="{AF37D8E6-63A5-446E-9A4F-98383C1611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311953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446</TotalTime>
  <Words>1106</Words>
  <Application>Microsoft Office PowerPoint</Application>
  <PresentationFormat>Widescreen</PresentationFormat>
  <Paragraphs>190</Paragraphs>
  <Slides>17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Persona 1 — The Photographer : “Alex the Memory‑Maker” </vt:lpstr>
      <vt:lpstr>Persona 2: Wedding Guest - Marcus Thompson</vt:lpstr>
      <vt:lpstr>Persona 3 — The Event Organizer: “Jordan the Coordinator” </vt:lpstr>
      <vt:lpstr>PowerPoint Presentation</vt:lpstr>
      <vt:lpstr>Algorithms</vt:lpstr>
      <vt:lpstr>Project Schedule &amp; Cadence</vt:lpstr>
      <vt:lpstr>Team Working Agreement</vt:lpstr>
      <vt:lpstr>Team Working Agreement</vt:lpstr>
      <vt:lpstr>Retrospective</vt:lpstr>
      <vt:lpstr>Group Wiki Page Link  https://github.com/JashBerawala/Pace-Project-Team7/wiki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Niraj Patil</dc:creator>
  <cp:lastModifiedBy>Berawala, Jash Ketan</cp:lastModifiedBy>
  <cp:revision>3</cp:revision>
  <dcterms:created xsi:type="dcterms:W3CDTF">2026-02-16T19:39:13Z</dcterms:created>
  <dcterms:modified xsi:type="dcterms:W3CDTF">2026-02-18T04:05:31Z</dcterms:modified>
</cp:coreProperties>
</file>